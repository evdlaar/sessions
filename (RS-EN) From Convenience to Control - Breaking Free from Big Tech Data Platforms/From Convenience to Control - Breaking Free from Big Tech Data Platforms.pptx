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56" r:id="rId5"/>
    <p:sldId id="266" r:id="rId6"/>
    <p:sldId id="265" r:id="rId7"/>
    <p:sldId id="264" r:id="rId8"/>
    <p:sldId id="261" r:id="rId9"/>
    <p:sldId id="267" r:id="rId10"/>
    <p:sldId id="259" r:id="rId11"/>
    <p:sldId id="269" r:id="rId12"/>
    <p:sldId id="268" r:id="rId13"/>
    <p:sldId id="270" r:id="rId14"/>
    <p:sldId id="271" r:id="rId15"/>
    <p:sldId id="272" r:id="rId16"/>
    <p:sldId id="273" r:id="rId17"/>
    <p:sldId id="274" r:id="rId18"/>
    <p:sldId id="275" r:id="rId19"/>
    <p:sldId id="277" r:id="rId20"/>
    <p:sldId id="258" r:id="rId21"/>
    <p:sldId id="280" r:id="rId22"/>
    <p:sldId id="279" r:id="rId23"/>
    <p:sldId id="281" r:id="rId24"/>
    <p:sldId id="282" r:id="rId25"/>
    <p:sldId id="283" r:id="rId26"/>
    <p:sldId id="285" r:id="rId27"/>
    <p:sldId id="284" r:id="rId28"/>
    <p:sldId id="26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A34A"/>
    <a:srgbClr val="EE877B"/>
    <a:srgbClr val="FF4A45"/>
    <a:srgbClr val="C23832"/>
    <a:srgbClr val="52C29E"/>
    <a:srgbClr val="C2797B"/>
    <a:srgbClr val="A0E2CB"/>
    <a:srgbClr val="3C3489"/>
    <a:srgbClr val="0F4F41"/>
    <a:srgbClr val="0E4D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8AA9D1-6125-9943-9F3B-0EF6E23B2AF8}" v="26" dt="2026-08-20T12:21:39.2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51"/>
    <p:restoredTop sz="81509"/>
  </p:normalViewPr>
  <p:slideViewPr>
    <p:cSldViewPr snapToGrid="0" snapToObjects="1">
      <p:cViewPr varScale="1">
        <p:scale>
          <a:sx n="141" d="100"/>
          <a:sy n="141" d="100"/>
        </p:scale>
        <p:origin x="192" y="51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rico van de Laar" userId="a1491e60-2902-4014-98d0-d7a2530d65dc" providerId="ADAL" clId="{65D55A24-3580-5A51-8936-C715321EB719}"/>
    <pc:docChg chg="undo custSel addSld delSld modSld sldOrd">
      <pc:chgData name="Enrico van de Laar" userId="a1491e60-2902-4014-98d0-d7a2530d65dc" providerId="ADAL" clId="{65D55A24-3580-5A51-8936-C715321EB719}" dt="2026-08-20T14:01:31.993" v="14624" actId="20577"/>
      <pc:docMkLst>
        <pc:docMk/>
      </pc:docMkLst>
      <pc:sldChg chg="addSp delSp modSp mod modNotesTx">
        <pc:chgData name="Enrico van de Laar" userId="a1491e60-2902-4014-98d0-d7a2530d65dc" providerId="ADAL" clId="{65D55A24-3580-5A51-8936-C715321EB719}" dt="2026-08-11T07:15:50.452" v="880" actId="6549"/>
        <pc:sldMkLst>
          <pc:docMk/>
          <pc:sldMk cId="0" sldId="256"/>
        </pc:sldMkLst>
        <pc:spChg chg="mod">
          <ac:chgData name="Enrico van de Laar" userId="a1491e60-2902-4014-98d0-d7a2530d65dc" providerId="ADAL" clId="{65D55A24-3580-5A51-8936-C715321EB719}" dt="2026-08-11T07:06:01.021" v="192" actId="20577"/>
          <ac:spMkLst>
            <pc:docMk/>
            <pc:sldMk cId="0" sldId="256"/>
            <ac:spMk id="5" creationId="{00000000-0000-0000-0000-000000000000}"/>
          </ac:spMkLst>
        </pc:spChg>
        <pc:spChg chg="mod">
          <ac:chgData name="Enrico van de Laar" userId="a1491e60-2902-4014-98d0-d7a2530d65dc" providerId="ADAL" clId="{65D55A24-3580-5A51-8936-C715321EB719}" dt="2026-08-11T07:06:30.944" v="258" actId="404"/>
          <ac:spMkLst>
            <pc:docMk/>
            <pc:sldMk cId="0" sldId="256"/>
            <ac:spMk id="6" creationId="{00000000-0000-0000-0000-000000000000}"/>
          </ac:spMkLst>
        </pc:spChg>
      </pc:sldChg>
      <pc:sldChg chg="addSp delSp modSp add del mod setBg modAnim modNotesTx">
        <pc:chgData name="Enrico van de Laar" userId="a1491e60-2902-4014-98d0-d7a2530d65dc" providerId="ADAL" clId="{65D55A24-3580-5A51-8936-C715321EB719}" dt="2026-08-18T07:17:02.258" v="14222" actId="20577"/>
        <pc:sldMkLst>
          <pc:docMk/>
          <pc:sldMk cId="0" sldId="258"/>
        </pc:sldMkLst>
        <pc:spChg chg="mod">
          <ac:chgData name="Enrico van de Laar" userId="a1491e60-2902-4014-98d0-d7a2530d65dc" providerId="ADAL" clId="{65D55A24-3580-5A51-8936-C715321EB719}" dt="2026-08-13T12:49:31.251" v="13761" actId="20577"/>
          <ac:spMkLst>
            <pc:docMk/>
            <pc:sldMk cId="0" sldId="258"/>
            <ac:spMk id="2" creationId="{00000000-0000-0000-0000-000000000000}"/>
          </ac:spMkLst>
        </pc:spChg>
        <pc:spChg chg="mod">
          <ac:chgData name="Enrico van de Laar" userId="a1491e60-2902-4014-98d0-d7a2530d65dc" providerId="ADAL" clId="{65D55A24-3580-5A51-8936-C715321EB719}" dt="2026-08-18T07:03:38.363" v="14067"/>
          <ac:spMkLst>
            <pc:docMk/>
            <pc:sldMk cId="0" sldId="258"/>
            <ac:spMk id="4" creationId="{55A9331B-1B21-D605-BD00-0273041E3412}"/>
          </ac:spMkLst>
        </pc:spChg>
        <pc:spChg chg="mod">
          <ac:chgData name="Enrico van de Laar" userId="a1491e60-2902-4014-98d0-d7a2530d65dc" providerId="ADAL" clId="{65D55A24-3580-5A51-8936-C715321EB719}" dt="2026-08-18T07:03:20.323" v="14066" actId="20577"/>
          <ac:spMkLst>
            <pc:docMk/>
            <pc:sldMk cId="0" sldId="258"/>
            <ac:spMk id="5" creationId="{00000000-0000-0000-0000-000000000000}"/>
          </ac:spMkLst>
        </pc:spChg>
        <pc:spChg chg="mod">
          <ac:chgData name="Enrico van de Laar" userId="a1491e60-2902-4014-98d0-d7a2530d65dc" providerId="ADAL" clId="{65D55A24-3580-5A51-8936-C715321EB719}" dt="2026-08-18T07:05:27.949" v="14147" actId="20577"/>
          <ac:spMkLst>
            <pc:docMk/>
            <pc:sldMk cId="0" sldId="258"/>
            <ac:spMk id="6" creationId="{73B763C6-7F2D-EDBA-DFE9-AFA4DB2C1E64}"/>
          </ac:spMkLst>
        </pc:spChg>
        <pc:spChg chg="mod">
          <ac:chgData name="Enrico van de Laar" userId="a1491e60-2902-4014-98d0-d7a2530d65dc" providerId="ADAL" clId="{65D55A24-3580-5A51-8936-C715321EB719}" dt="2026-08-18T07:03:38.363" v="14067"/>
          <ac:spMkLst>
            <pc:docMk/>
            <pc:sldMk cId="0" sldId="258"/>
            <ac:spMk id="8" creationId="{6A6DFF4F-B099-15C2-E018-3524FF72EA9E}"/>
          </ac:spMkLst>
        </pc:spChg>
        <pc:spChg chg="mod">
          <ac:chgData name="Enrico van de Laar" userId="a1491e60-2902-4014-98d0-d7a2530d65dc" providerId="ADAL" clId="{65D55A24-3580-5A51-8936-C715321EB719}" dt="2026-08-18T07:05:23.361" v="14135" actId="20577"/>
          <ac:spMkLst>
            <pc:docMk/>
            <pc:sldMk cId="0" sldId="258"/>
            <ac:spMk id="9" creationId="{E5A1909B-19F2-6CE0-2F7E-6A51F0F844DA}"/>
          </ac:spMkLst>
        </pc:spChg>
        <pc:spChg chg="mod">
          <ac:chgData name="Enrico van de Laar" userId="a1491e60-2902-4014-98d0-d7a2530d65dc" providerId="ADAL" clId="{65D55A24-3580-5A51-8936-C715321EB719}" dt="2026-08-18T07:03:38.363" v="14067"/>
          <ac:spMkLst>
            <pc:docMk/>
            <pc:sldMk cId="0" sldId="258"/>
            <ac:spMk id="11" creationId="{2E07D937-3087-8EA3-AC79-BA5B52055122}"/>
          </ac:spMkLst>
        </pc:spChg>
        <pc:spChg chg="mod">
          <ac:chgData name="Enrico van de Laar" userId="a1491e60-2902-4014-98d0-d7a2530d65dc" providerId="ADAL" clId="{65D55A24-3580-5A51-8936-C715321EB719}" dt="2026-08-18T07:03:38.363" v="14067"/>
          <ac:spMkLst>
            <pc:docMk/>
            <pc:sldMk cId="0" sldId="258"/>
            <ac:spMk id="12" creationId="{B4CAEDF3-BAC9-AF34-EE49-07CB52492B99}"/>
          </ac:spMkLst>
        </pc:spChg>
        <pc:spChg chg="mod">
          <ac:chgData name="Enrico van de Laar" userId="a1491e60-2902-4014-98d0-d7a2530d65dc" providerId="ADAL" clId="{65D55A24-3580-5A51-8936-C715321EB719}" dt="2026-08-18T07:03:38.363" v="14067"/>
          <ac:spMkLst>
            <pc:docMk/>
            <pc:sldMk cId="0" sldId="258"/>
            <ac:spMk id="14" creationId="{49E45525-A668-ABD4-E9A7-82DEE3C95754}"/>
          </ac:spMkLst>
        </pc:spChg>
        <pc:spChg chg="mod">
          <ac:chgData name="Enrico van de Laar" userId="a1491e60-2902-4014-98d0-d7a2530d65dc" providerId="ADAL" clId="{65D55A24-3580-5A51-8936-C715321EB719}" dt="2026-08-18T07:04:51.488" v="14101" actId="20577"/>
          <ac:spMkLst>
            <pc:docMk/>
            <pc:sldMk cId="0" sldId="258"/>
            <ac:spMk id="18" creationId="{3E2245B4-FB92-8628-2ACA-77B1F73E9B34}"/>
          </ac:spMkLst>
        </pc:spChg>
        <pc:spChg chg="mod">
          <ac:chgData name="Enrico van de Laar" userId="a1491e60-2902-4014-98d0-d7a2530d65dc" providerId="ADAL" clId="{65D55A24-3580-5A51-8936-C715321EB719}" dt="2026-08-18T07:03:38.363" v="14067"/>
          <ac:spMkLst>
            <pc:docMk/>
            <pc:sldMk cId="0" sldId="258"/>
            <ac:spMk id="20" creationId="{D885E616-F2EC-E600-1C0F-992D349EF8C5}"/>
          </ac:spMkLst>
        </pc:spChg>
        <pc:spChg chg="mod">
          <ac:chgData name="Enrico van de Laar" userId="a1491e60-2902-4014-98d0-d7a2530d65dc" providerId="ADAL" clId="{65D55A24-3580-5A51-8936-C715321EB719}" dt="2026-08-18T07:04:54.364" v="14102" actId="6549"/>
          <ac:spMkLst>
            <pc:docMk/>
            <pc:sldMk cId="0" sldId="258"/>
            <ac:spMk id="21" creationId="{3862D35F-FA41-1ADF-F11D-4A0F10792ADD}"/>
          </ac:spMkLst>
        </pc:spChg>
        <pc:spChg chg="mod">
          <ac:chgData name="Enrico van de Laar" userId="a1491e60-2902-4014-98d0-d7a2530d65dc" providerId="ADAL" clId="{65D55A24-3580-5A51-8936-C715321EB719}" dt="2026-08-18T07:03:38.363" v="14067"/>
          <ac:spMkLst>
            <pc:docMk/>
            <pc:sldMk cId="0" sldId="258"/>
            <ac:spMk id="23" creationId="{E8761673-CEF3-D64D-3E18-2C4D4E90E5A8}"/>
          </ac:spMkLst>
        </pc:spChg>
        <pc:spChg chg="mod">
          <ac:chgData name="Enrico van de Laar" userId="a1491e60-2902-4014-98d0-d7a2530d65dc" providerId="ADAL" clId="{65D55A24-3580-5A51-8936-C715321EB719}" dt="2026-08-18T07:17:02.258" v="14222" actId="20577"/>
          <ac:spMkLst>
            <pc:docMk/>
            <pc:sldMk cId="0" sldId="258"/>
            <ac:spMk id="24" creationId="{47EFEF44-0D0D-4F30-467C-FDE258E13D04}"/>
          </ac:spMkLst>
        </pc:spChg>
        <pc:grpChg chg="mod">
          <ac:chgData name="Enrico van de Laar" userId="a1491e60-2902-4014-98d0-d7a2530d65dc" providerId="ADAL" clId="{65D55A24-3580-5A51-8936-C715321EB719}" dt="2026-08-18T07:03:44.531" v="14068" actId="1076"/>
          <ac:grpSpMkLst>
            <pc:docMk/>
            <pc:sldMk cId="0" sldId="258"/>
            <ac:grpSpMk id="3" creationId="{2A4CBE0A-5595-B92C-351A-57DEC8E3FD42}"/>
          </ac:grpSpMkLst>
        </pc:grpChg>
        <pc:grpChg chg="mod">
          <ac:chgData name="Enrico van de Laar" userId="a1491e60-2902-4014-98d0-d7a2530d65dc" providerId="ADAL" clId="{65D55A24-3580-5A51-8936-C715321EB719}" dt="2026-08-18T07:03:44.531" v="14068" actId="1076"/>
          <ac:grpSpMkLst>
            <pc:docMk/>
            <pc:sldMk cId="0" sldId="258"/>
            <ac:grpSpMk id="7" creationId="{E44AA3DB-D1FC-3C1D-F4E1-F871AA0DAE6A}"/>
          </ac:grpSpMkLst>
        </pc:grpChg>
        <pc:grpChg chg="mod">
          <ac:chgData name="Enrico van de Laar" userId="a1491e60-2902-4014-98d0-d7a2530d65dc" providerId="ADAL" clId="{65D55A24-3580-5A51-8936-C715321EB719}" dt="2026-08-18T07:03:44.531" v="14068" actId="1076"/>
          <ac:grpSpMkLst>
            <pc:docMk/>
            <pc:sldMk cId="0" sldId="258"/>
            <ac:grpSpMk id="10" creationId="{505B742D-20AD-9376-2AE4-BE2946CDF5C2}"/>
          </ac:grpSpMkLst>
        </pc:grpChg>
        <pc:grpChg chg="mod">
          <ac:chgData name="Enrico van de Laar" userId="a1491e60-2902-4014-98d0-d7a2530d65dc" providerId="ADAL" clId="{65D55A24-3580-5A51-8936-C715321EB719}" dt="2026-08-18T07:03:44.531" v="14068" actId="1076"/>
          <ac:grpSpMkLst>
            <pc:docMk/>
            <pc:sldMk cId="0" sldId="258"/>
            <ac:grpSpMk id="13" creationId="{A0FB6488-7D8F-6B06-539D-7F5C884490F6}"/>
          </ac:grpSpMkLst>
        </pc:grpChg>
        <pc:grpChg chg="mod">
          <ac:chgData name="Enrico van de Laar" userId="a1491e60-2902-4014-98d0-d7a2530d65dc" providerId="ADAL" clId="{65D55A24-3580-5A51-8936-C715321EB719}" dt="2026-08-18T07:03:44.531" v="14068" actId="1076"/>
          <ac:grpSpMkLst>
            <pc:docMk/>
            <pc:sldMk cId="0" sldId="258"/>
            <ac:grpSpMk id="16" creationId="{5874042F-8A15-7C9E-FEA7-156CB73C6753}"/>
          </ac:grpSpMkLst>
        </pc:grpChg>
        <pc:grpChg chg="mod">
          <ac:chgData name="Enrico van de Laar" userId="a1491e60-2902-4014-98d0-d7a2530d65dc" providerId="ADAL" clId="{65D55A24-3580-5A51-8936-C715321EB719}" dt="2026-08-18T07:03:44.531" v="14068" actId="1076"/>
          <ac:grpSpMkLst>
            <pc:docMk/>
            <pc:sldMk cId="0" sldId="258"/>
            <ac:grpSpMk id="19" creationId="{C57084D6-9FB6-48BB-2666-FF01CE3F2E65}"/>
          </ac:grpSpMkLst>
        </pc:grpChg>
        <pc:grpChg chg="mod">
          <ac:chgData name="Enrico van de Laar" userId="a1491e60-2902-4014-98d0-d7a2530d65dc" providerId="ADAL" clId="{65D55A24-3580-5A51-8936-C715321EB719}" dt="2026-08-18T07:03:44.531" v="14068" actId="1076"/>
          <ac:grpSpMkLst>
            <pc:docMk/>
            <pc:sldMk cId="0" sldId="258"/>
            <ac:grpSpMk id="22" creationId="{9853D438-11BD-F028-767F-1E2BD547B4D0}"/>
          </ac:grpSpMkLst>
        </pc:grpChg>
      </pc:sldChg>
      <pc:sldChg chg="addSp delSp modSp mod modNotesTx">
        <pc:chgData name="Enrico van de Laar" userId="a1491e60-2902-4014-98d0-d7a2530d65dc" providerId="ADAL" clId="{65D55A24-3580-5A51-8936-C715321EB719}" dt="2026-08-11T13:10:39.008" v="8415" actId="20577"/>
        <pc:sldMkLst>
          <pc:docMk/>
          <pc:sldMk cId="0" sldId="259"/>
        </pc:sldMkLst>
        <pc:spChg chg="mod">
          <ac:chgData name="Enrico van de Laar" userId="a1491e60-2902-4014-98d0-d7a2530d65dc" providerId="ADAL" clId="{65D55A24-3580-5A51-8936-C715321EB719}" dt="2026-08-11T13:10:39.008" v="8415" actId="20577"/>
          <ac:spMkLst>
            <pc:docMk/>
            <pc:sldMk cId="0" sldId="259"/>
            <ac:spMk id="2" creationId="{00000000-0000-0000-0000-000000000000}"/>
          </ac:spMkLst>
        </pc:spChg>
        <pc:spChg chg="add mod">
          <ac:chgData name="Enrico van de Laar" userId="a1491e60-2902-4014-98d0-d7a2530d65dc" providerId="ADAL" clId="{65D55A24-3580-5A51-8936-C715321EB719}" dt="2026-08-11T09:00:48.868" v="2807" actId="20577"/>
          <ac:spMkLst>
            <pc:docMk/>
            <pc:sldMk cId="0" sldId="259"/>
            <ac:spMk id="7" creationId="{EF689513-C0A6-02B7-1A91-7921834F1F0A}"/>
          </ac:spMkLst>
        </pc:spChg>
        <pc:spChg chg="mod">
          <ac:chgData name="Enrico van de Laar" userId="a1491e60-2902-4014-98d0-d7a2530d65dc" providerId="ADAL" clId="{65D55A24-3580-5A51-8936-C715321EB719}" dt="2026-08-11T08:57:48.561" v="2757" actId="1076"/>
          <ac:spMkLst>
            <pc:docMk/>
            <pc:sldMk cId="0" sldId="259"/>
            <ac:spMk id="9" creationId="{F4FE9611-7C3B-9F7E-31BC-6B9970F913E1}"/>
          </ac:spMkLst>
        </pc:spChg>
        <pc:spChg chg="add mod">
          <ac:chgData name="Enrico van de Laar" userId="a1491e60-2902-4014-98d0-d7a2530d65dc" providerId="ADAL" clId="{65D55A24-3580-5A51-8936-C715321EB719}" dt="2026-08-11T08:51:52.496" v="2310" actId="6549"/>
          <ac:spMkLst>
            <pc:docMk/>
            <pc:sldMk cId="0" sldId="259"/>
            <ac:spMk id="10" creationId="{724CF934-9482-8C1D-4BAD-052BB5A27684}"/>
          </ac:spMkLst>
        </pc:spChg>
        <pc:spChg chg="add mod">
          <ac:chgData name="Enrico van de Laar" userId="a1491e60-2902-4014-98d0-d7a2530d65dc" providerId="ADAL" clId="{65D55A24-3580-5A51-8936-C715321EB719}" dt="2026-08-11T08:52:58.757" v="2364" actId="1076"/>
          <ac:spMkLst>
            <pc:docMk/>
            <pc:sldMk cId="0" sldId="259"/>
            <ac:spMk id="11" creationId="{A4ED6824-E9B0-594C-44D7-864100C34EA3}"/>
          </ac:spMkLst>
        </pc:spChg>
        <pc:spChg chg="add del mod">
          <ac:chgData name="Enrico van de Laar" userId="a1491e60-2902-4014-98d0-d7a2530d65dc" providerId="ADAL" clId="{65D55A24-3580-5A51-8936-C715321EB719}" dt="2026-08-11T08:55:30.421" v="2595" actId="20577"/>
          <ac:spMkLst>
            <pc:docMk/>
            <pc:sldMk cId="0" sldId="259"/>
            <ac:spMk id="12" creationId="{F968C934-4A72-7CBA-1B94-133FBD5D1253}"/>
          </ac:spMkLst>
        </pc:spChg>
        <pc:spChg chg="add del mod">
          <ac:chgData name="Enrico van de Laar" userId="a1491e60-2902-4014-98d0-d7a2530d65dc" providerId="ADAL" clId="{65D55A24-3580-5A51-8936-C715321EB719}" dt="2026-08-11T08:52:51.814" v="2359" actId="478"/>
          <ac:spMkLst>
            <pc:docMk/>
            <pc:sldMk cId="0" sldId="259"/>
            <ac:spMk id="13" creationId="{6A52E722-89D9-37BA-1A02-52A678832C8E}"/>
          </ac:spMkLst>
        </pc:spChg>
        <pc:spChg chg="mod">
          <ac:chgData name="Enrico van de Laar" userId="a1491e60-2902-4014-98d0-d7a2530d65dc" providerId="ADAL" clId="{65D55A24-3580-5A51-8936-C715321EB719}" dt="2026-08-11T08:51:53.788" v="2311" actId="6549"/>
          <ac:spMkLst>
            <pc:docMk/>
            <pc:sldMk cId="0" sldId="259"/>
            <ac:spMk id="15" creationId="{A4C79E5F-3F17-F189-6CC3-4D150BA71476}"/>
          </ac:spMkLst>
        </pc:spChg>
        <pc:spChg chg="add mod">
          <ac:chgData name="Enrico van de Laar" userId="a1491e60-2902-4014-98d0-d7a2530d65dc" providerId="ADAL" clId="{65D55A24-3580-5A51-8936-C715321EB719}" dt="2026-08-11T08:51:09.475" v="2309"/>
          <ac:spMkLst>
            <pc:docMk/>
            <pc:sldMk cId="0" sldId="259"/>
            <ac:spMk id="18" creationId="{8D023A47-E3C3-2273-ACF5-4180D90BE7DF}"/>
          </ac:spMkLst>
        </pc:spChg>
        <pc:spChg chg="add mod">
          <ac:chgData name="Enrico van de Laar" userId="a1491e60-2902-4014-98d0-d7a2530d65dc" providerId="ADAL" clId="{65D55A24-3580-5A51-8936-C715321EB719}" dt="2026-08-11T08:51:09.475" v="2309"/>
          <ac:spMkLst>
            <pc:docMk/>
            <pc:sldMk cId="0" sldId="259"/>
            <ac:spMk id="19" creationId="{1234F261-BC5D-3424-9EFA-D2EFBA0D2CA5}"/>
          </ac:spMkLst>
        </pc:spChg>
        <pc:spChg chg="mod">
          <ac:chgData name="Enrico van de Laar" userId="a1491e60-2902-4014-98d0-d7a2530d65dc" providerId="ADAL" clId="{65D55A24-3580-5A51-8936-C715321EB719}" dt="2026-08-11T08:51:56.053" v="2312" actId="6549"/>
          <ac:spMkLst>
            <pc:docMk/>
            <pc:sldMk cId="0" sldId="259"/>
            <ac:spMk id="20" creationId="{952F7E8D-6370-8A19-C098-E0C9EE4B8DF6}"/>
          </ac:spMkLst>
        </pc:spChg>
        <pc:spChg chg="add mod">
          <ac:chgData name="Enrico van de Laar" userId="a1491e60-2902-4014-98d0-d7a2530d65dc" providerId="ADAL" clId="{65D55A24-3580-5A51-8936-C715321EB719}" dt="2026-08-11T08:54:17.144" v="2507" actId="20577"/>
          <ac:spMkLst>
            <pc:docMk/>
            <pc:sldMk cId="0" sldId="259"/>
            <ac:spMk id="23" creationId="{49725D77-8B2F-06EA-935B-EFABD1AB040C}"/>
          </ac:spMkLst>
        </pc:spChg>
        <pc:spChg chg="add mod">
          <ac:chgData name="Enrico van de Laar" userId="a1491e60-2902-4014-98d0-d7a2530d65dc" providerId="ADAL" clId="{65D55A24-3580-5A51-8936-C715321EB719}" dt="2026-08-11T08:55:27.902" v="2594" actId="20577"/>
          <ac:spMkLst>
            <pc:docMk/>
            <pc:sldMk cId="0" sldId="259"/>
            <ac:spMk id="24" creationId="{F0234CE0-DD43-93A1-2250-E1687BB69E2C}"/>
          </ac:spMkLst>
        </pc:spChg>
        <pc:spChg chg="add mod">
          <ac:chgData name="Enrico van de Laar" userId="a1491e60-2902-4014-98d0-d7a2530d65dc" providerId="ADAL" clId="{65D55A24-3580-5A51-8936-C715321EB719}" dt="2026-08-11T08:56:20.403" v="2648" actId="20577"/>
          <ac:spMkLst>
            <pc:docMk/>
            <pc:sldMk cId="0" sldId="259"/>
            <ac:spMk id="25" creationId="{9AD64131-FCD4-31FA-C38B-D08AB7143C52}"/>
          </ac:spMkLst>
        </pc:spChg>
        <pc:spChg chg="add mod">
          <ac:chgData name="Enrico van de Laar" userId="a1491e60-2902-4014-98d0-d7a2530d65dc" providerId="ADAL" clId="{65D55A24-3580-5A51-8936-C715321EB719}" dt="2026-08-11T08:56:59.811" v="2747" actId="20577"/>
          <ac:spMkLst>
            <pc:docMk/>
            <pc:sldMk cId="0" sldId="259"/>
            <ac:spMk id="26" creationId="{0ACF6C5B-DC62-B881-321D-F390D060DDC6}"/>
          </ac:spMkLst>
        </pc:spChg>
        <pc:spChg chg="add mod">
          <ac:chgData name="Enrico van de Laar" userId="a1491e60-2902-4014-98d0-d7a2530d65dc" providerId="ADAL" clId="{65D55A24-3580-5A51-8936-C715321EB719}" dt="2026-08-11T09:49:03.927" v="2815" actId="1076"/>
          <ac:spMkLst>
            <pc:docMk/>
            <pc:sldMk cId="0" sldId="259"/>
            <ac:spMk id="32" creationId="{4F09AE80-1855-1C5B-2EF4-6B78AF8654B5}"/>
          </ac:spMkLst>
        </pc:spChg>
        <pc:spChg chg="add mod">
          <ac:chgData name="Enrico van de Laar" userId="a1491e60-2902-4014-98d0-d7a2530d65dc" providerId="ADAL" clId="{65D55A24-3580-5A51-8936-C715321EB719}" dt="2026-08-11T09:49:18.639" v="2817" actId="1076"/>
          <ac:spMkLst>
            <pc:docMk/>
            <pc:sldMk cId="0" sldId="259"/>
            <ac:spMk id="33" creationId="{C28BB1B4-F51D-9509-B287-4AE3359E0187}"/>
          </ac:spMkLst>
        </pc:spChg>
        <pc:picChg chg="add mod">
          <ac:chgData name="Enrico van de Laar" userId="a1491e60-2902-4014-98d0-d7a2530d65dc" providerId="ADAL" clId="{65D55A24-3580-5A51-8936-C715321EB719}" dt="2026-08-11T08:57:34.747" v="2752" actId="1076"/>
          <ac:picMkLst>
            <pc:docMk/>
            <pc:sldMk cId="0" sldId="259"/>
            <ac:picMk id="28" creationId="{468A271E-12B7-D7F2-F783-A420EAA8F952}"/>
          </ac:picMkLst>
        </pc:picChg>
        <pc:picChg chg="add mod">
          <ac:chgData name="Enrico van de Laar" userId="a1491e60-2902-4014-98d0-d7a2530d65dc" providerId="ADAL" clId="{65D55A24-3580-5A51-8936-C715321EB719}" dt="2026-08-11T08:58:24.097" v="2760" actId="14826"/>
          <ac:picMkLst>
            <pc:docMk/>
            <pc:sldMk cId="0" sldId="259"/>
            <ac:picMk id="29" creationId="{8954BEC4-074C-FB29-D9A5-9FFB863CBAE4}"/>
          </ac:picMkLst>
        </pc:picChg>
        <pc:picChg chg="add mod">
          <ac:chgData name="Enrico van de Laar" userId="a1491e60-2902-4014-98d0-d7a2530d65dc" providerId="ADAL" clId="{65D55A24-3580-5A51-8936-C715321EB719}" dt="2026-08-11T08:57:45.410" v="2755"/>
          <ac:picMkLst>
            <pc:docMk/>
            <pc:sldMk cId="0" sldId="259"/>
            <ac:picMk id="30" creationId="{AE14976A-A52B-B2C5-798E-AEE21C950579}"/>
          </ac:picMkLst>
        </pc:picChg>
        <pc:picChg chg="add mod">
          <ac:chgData name="Enrico van de Laar" userId="a1491e60-2902-4014-98d0-d7a2530d65dc" providerId="ADAL" clId="{65D55A24-3580-5A51-8936-C715321EB719}" dt="2026-08-11T08:58:44.682" v="2761" actId="14826"/>
          <ac:picMkLst>
            <pc:docMk/>
            <pc:sldMk cId="0" sldId="259"/>
            <ac:picMk id="31" creationId="{BB4489FC-7574-0182-18D3-1A1F3CDD0C03}"/>
          </ac:picMkLst>
        </pc:picChg>
      </pc:sldChg>
      <pc:sldChg chg="addSp delSp modSp mod ord modAnim modNotesTx">
        <pc:chgData name="Enrico van de Laar" userId="a1491e60-2902-4014-98d0-d7a2530d65dc" providerId="ADAL" clId="{65D55A24-3580-5A51-8936-C715321EB719}" dt="2026-08-11T13:10:32.085" v="8409" actId="20577"/>
        <pc:sldMkLst>
          <pc:docMk/>
          <pc:sldMk cId="0" sldId="261"/>
        </pc:sldMkLst>
        <pc:spChg chg="mod">
          <ac:chgData name="Enrico van de Laar" userId="a1491e60-2902-4014-98d0-d7a2530d65dc" providerId="ADAL" clId="{65D55A24-3580-5A51-8936-C715321EB719}" dt="2026-08-11T13:10:32.085" v="8409" actId="20577"/>
          <ac:spMkLst>
            <pc:docMk/>
            <pc:sldMk cId="0" sldId="261"/>
            <ac:spMk id="2" creationId="{00000000-0000-0000-0000-000000000000}"/>
          </ac:spMkLst>
        </pc:spChg>
        <pc:spChg chg="mod">
          <ac:chgData name="Enrico van de Laar" userId="a1491e60-2902-4014-98d0-d7a2530d65dc" providerId="ADAL" clId="{65D55A24-3580-5A51-8936-C715321EB719}" dt="2026-08-11T07:51:48.970" v="1695" actId="20577"/>
          <ac:spMkLst>
            <pc:docMk/>
            <pc:sldMk cId="0" sldId="261"/>
            <ac:spMk id="3" creationId="{00000000-0000-0000-0000-000000000000}"/>
          </ac:spMkLst>
        </pc:spChg>
        <pc:spChg chg="mod">
          <ac:chgData name="Enrico van de Laar" userId="a1491e60-2902-4014-98d0-d7a2530d65dc" providerId="ADAL" clId="{65D55A24-3580-5A51-8936-C715321EB719}" dt="2026-08-11T07:48:59.585" v="1626" actId="164"/>
          <ac:spMkLst>
            <pc:docMk/>
            <pc:sldMk cId="0" sldId="261"/>
            <ac:spMk id="4" creationId="{00000000-0000-0000-0000-000000000000}"/>
          </ac:spMkLst>
        </pc:spChg>
        <pc:spChg chg="add mod">
          <ac:chgData name="Enrico van de Laar" userId="a1491e60-2902-4014-98d0-d7a2530d65dc" providerId="ADAL" clId="{65D55A24-3580-5A51-8936-C715321EB719}" dt="2026-08-11T07:48:59.585" v="1626" actId="164"/>
          <ac:spMkLst>
            <pc:docMk/>
            <pc:sldMk cId="0" sldId="261"/>
            <ac:spMk id="12" creationId="{6C726EB1-D179-E0F9-310B-9A4040E2BF15}"/>
          </ac:spMkLst>
        </pc:spChg>
        <pc:spChg chg="add mod">
          <ac:chgData name="Enrico van de Laar" userId="a1491e60-2902-4014-98d0-d7a2530d65dc" providerId="ADAL" clId="{65D55A24-3580-5A51-8936-C715321EB719}" dt="2026-08-11T07:49:04.568" v="1627" actId="164"/>
          <ac:spMkLst>
            <pc:docMk/>
            <pc:sldMk cId="0" sldId="261"/>
            <ac:spMk id="15" creationId="{63CBD447-C52D-ACFB-20D6-0BD2F6915E45}"/>
          </ac:spMkLst>
        </pc:spChg>
        <pc:spChg chg="add mod">
          <ac:chgData name="Enrico van de Laar" userId="a1491e60-2902-4014-98d0-d7a2530d65dc" providerId="ADAL" clId="{65D55A24-3580-5A51-8936-C715321EB719}" dt="2026-08-11T07:53:14.103" v="1700" actId="20577"/>
          <ac:spMkLst>
            <pc:docMk/>
            <pc:sldMk cId="0" sldId="261"/>
            <ac:spMk id="16" creationId="{ABF1CEF6-2B27-A36F-91F8-2F6BA285F3EC}"/>
          </ac:spMkLst>
        </pc:spChg>
        <pc:spChg chg="add mod">
          <ac:chgData name="Enrico van de Laar" userId="a1491e60-2902-4014-98d0-d7a2530d65dc" providerId="ADAL" clId="{65D55A24-3580-5A51-8936-C715321EB719}" dt="2026-08-11T07:49:09.553" v="1628" actId="164"/>
          <ac:spMkLst>
            <pc:docMk/>
            <pc:sldMk cId="0" sldId="261"/>
            <ac:spMk id="18" creationId="{2AF27D1F-EE07-BDF7-D82F-3128AE0077CC}"/>
          </ac:spMkLst>
        </pc:spChg>
        <pc:spChg chg="add mod">
          <ac:chgData name="Enrico van de Laar" userId="a1491e60-2902-4014-98d0-d7a2530d65dc" providerId="ADAL" clId="{65D55A24-3580-5A51-8936-C715321EB719}" dt="2026-08-11T07:49:09.553" v="1628" actId="164"/>
          <ac:spMkLst>
            <pc:docMk/>
            <pc:sldMk cId="0" sldId="261"/>
            <ac:spMk id="19" creationId="{1CD5AA47-3A8B-65AA-6E3B-70A30A0D0175}"/>
          </ac:spMkLst>
        </pc:spChg>
        <pc:spChg chg="add mod">
          <ac:chgData name="Enrico van de Laar" userId="a1491e60-2902-4014-98d0-d7a2530d65dc" providerId="ADAL" clId="{65D55A24-3580-5A51-8936-C715321EB719}" dt="2026-08-11T07:49:14.954" v="1629" actId="164"/>
          <ac:spMkLst>
            <pc:docMk/>
            <pc:sldMk cId="0" sldId="261"/>
            <ac:spMk id="21" creationId="{BA7649E8-48B2-64A1-7661-D2C52D31CB6F}"/>
          </ac:spMkLst>
        </pc:spChg>
        <pc:spChg chg="add mod">
          <ac:chgData name="Enrico van de Laar" userId="a1491e60-2902-4014-98d0-d7a2530d65dc" providerId="ADAL" clId="{65D55A24-3580-5A51-8936-C715321EB719}" dt="2026-08-11T07:49:14.954" v="1629" actId="164"/>
          <ac:spMkLst>
            <pc:docMk/>
            <pc:sldMk cId="0" sldId="261"/>
            <ac:spMk id="22" creationId="{B26DD75D-A41D-D927-F58D-06A17D27FBCF}"/>
          </ac:spMkLst>
        </pc:spChg>
        <pc:spChg chg="add mod">
          <ac:chgData name="Enrico van de Laar" userId="a1491e60-2902-4014-98d0-d7a2530d65dc" providerId="ADAL" clId="{65D55A24-3580-5A51-8936-C715321EB719}" dt="2026-08-11T07:49:38.949" v="1634" actId="164"/>
          <ac:spMkLst>
            <pc:docMk/>
            <pc:sldMk cId="0" sldId="261"/>
            <ac:spMk id="24" creationId="{43B2B145-30A9-94A1-E2C2-F751F747FFB1}"/>
          </ac:spMkLst>
        </pc:spChg>
        <pc:spChg chg="add mod">
          <ac:chgData name="Enrico van de Laar" userId="a1491e60-2902-4014-98d0-d7a2530d65dc" providerId="ADAL" clId="{65D55A24-3580-5A51-8936-C715321EB719}" dt="2026-08-11T07:49:38.949" v="1634" actId="164"/>
          <ac:spMkLst>
            <pc:docMk/>
            <pc:sldMk cId="0" sldId="261"/>
            <ac:spMk id="25" creationId="{AC615442-1D89-5C3D-07C0-B3C044B82238}"/>
          </ac:spMkLst>
        </pc:spChg>
        <pc:spChg chg="add mod">
          <ac:chgData name="Enrico van de Laar" userId="a1491e60-2902-4014-98d0-d7a2530d65dc" providerId="ADAL" clId="{65D55A24-3580-5A51-8936-C715321EB719}" dt="2026-08-11T07:49:34.564" v="1633" actId="164"/>
          <ac:spMkLst>
            <pc:docMk/>
            <pc:sldMk cId="0" sldId="261"/>
            <ac:spMk id="27" creationId="{7E9C7271-79B2-987B-0BA8-5309374934C7}"/>
          </ac:spMkLst>
        </pc:spChg>
        <pc:spChg chg="add mod">
          <ac:chgData name="Enrico van de Laar" userId="a1491e60-2902-4014-98d0-d7a2530d65dc" providerId="ADAL" clId="{65D55A24-3580-5A51-8936-C715321EB719}" dt="2026-08-11T07:53:26.442" v="1716" actId="20577"/>
          <ac:spMkLst>
            <pc:docMk/>
            <pc:sldMk cId="0" sldId="261"/>
            <ac:spMk id="28" creationId="{1ADD12AE-C8C5-5694-BB5E-797E9BD5483F}"/>
          </ac:spMkLst>
        </pc:spChg>
        <pc:spChg chg="add mod">
          <ac:chgData name="Enrico van de Laar" userId="a1491e60-2902-4014-98d0-d7a2530d65dc" providerId="ADAL" clId="{65D55A24-3580-5A51-8936-C715321EB719}" dt="2026-08-11T07:49:28.842" v="1632" actId="164"/>
          <ac:spMkLst>
            <pc:docMk/>
            <pc:sldMk cId="0" sldId="261"/>
            <ac:spMk id="30" creationId="{50D82C0C-9D51-75FF-5E76-811507296F56}"/>
          </ac:spMkLst>
        </pc:spChg>
        <pc:spChg chg="add mod">
          <ac:chgData name="Enrico van de Laar" userId="a1491e60-2902-4014-98d0-d7a2530d65dc" providerId="ADAL" clId="{65D55A24-3580-5A51-8936-C715321EB719}" dt="2026-08-11T07:49:28.842" v="1632" actId="164"/>
          <ac:spMkLst>
            <pc:docMk/>
            <pc:sldMk cId="0" sldId="261"/>
            <ac:spMk id="31" creationId="{F905178E-6849-54E2-A396-82C1E88C5AC1}"/>
          </ac:spMkLst>
        </pc:spChg>
        <pc:spChg chg="add mod">
          <ac:chgData name="Enrico van de Laar" userId="a1491e60-2902-4014-98d0-d7a2530d65dc" providerId="ADAL" clId="{65D55A24-3580-5A51-8936-C715321EB719}" dt="2026-08-11T07:49:19.716" v="1630" actId="164"/>
          <ac:spMkLst>
            <pc:docMk/>
            <pc:sldMk cId="0" sldId="261"/>
            <ac:spMk id="33" creationId="{7524F4A6-8CD9-1DA2-DF0B-65CCB936AC34}"/>
          </ac:spMkLst>
        </pc:spChg>
        <pc:spChg chg="add mod">
          <ac:chgData name="Enrico van de Laar" userId="a1491e60-2902-4014-98d0-d7a2530d65dc" providerId="ADAL" clId="{65D55A24-3580-5A51-8936-C715321EB719}" dt="2026-08-11T07:49:19.716" v="1630" actId="164"/>
          <ac:spMkLst>
            <pc:docMk/>
            <pc:sldMk cId="0" sldId="261"/>
            <ac:spMk id="34" creationId="{9B7D7211-67A2-4D8C-CCFE-00E8B0D204F3}"/>
          </ac:spMkLst>
        </pc:spChg>
        <pc:spChg chg="add mod">
          <ac:chgData name="Enrico van de Laar" userId="a1491e60-2902-4014-98d0-d7a2530d65dc" providerId="ADAL" clId="{65D55A24-3580-5A51-8936-C715321EB719}" dt="2026-08-11T07:49:43.651" v="1635" actId="164"/>
          <ac:spMkLst>
            <pc:docMk/>
            <pc:sldMk cId="0" sldId="261"/>
            <ac:spMk id="36" creationId="{E71EF419-9D7C-81FA-64B0-A1BC124D4645}"/>
          </ac:spMkLst>
        </pc:spChg>
        <pc:spChg chg="add mod">
          <ac:chgData name="Enrico van de Laar" userId="a1491e60-2902-4014-98d0-d7a2530d65dc" providerId="ADAL" clId="{65D55A24-3580-5A51-8936-C715321EB719}" dt="2026-08-11T07:49:43.651" v="1635" actId="164"/>
          <ac:spMkLst>
            <pc:docMk/>
            <pc:sldMk cId="0" sldId="261"/>
            <ac:spMk id="37" creationId="{108C5C0A-07C7-DC78-62F8-92F04546132D}"/>
          </ac:spMkLst>
        </pc:spChg>
        <pc:spChg chg="add mod">
          <ac:chgData name="Enrico van de Laar" userId="a1491e60-2902-4014-98d0-d7a2530d65dc" providerId="ADAL" clId="{65D55A24-3580-5A51-8936-C715321EB719}" dt="2026-08-11T07:49:47.648" v="1636" actId="164"/>
          <ac:spMkLst>
            <pc:docMk/>
            <pc:sldMk cId="0" sldId="261"/>
            <ac:spMk id="39" creationId="{9C1C41C8-CAF1-1FE9-5E23-7C47FE7C8C6E}"/>
          </ac:spMkLst>
        </pc:spChg>
        <pc:spChg chg="add mod">
          <ac:chgData name="Enrico van de Laar" userId="a1491e60-2902-4014-98d0-d7a2530d65dc" providerId="ADAL" clId="{65D55A24-3580-5A51-8936-C715321EB719}" dt="2026-08-11T07:53:17.222" v="1706" actId="20577"/>
          <ac:spMkLst>
            <pc:docMk/>
            <pc:sldMk cId="0" sldId="261"/>
            <ac:spMk id="40" creationId="{37C89911-1744-06A3-09C3-394A664D85D8}"/>
          </ac:spMkLst>
        </pc:spChg>
        <pc:spChg chg="add mod">
          <ac:chgData name="Enrico van de Laar" userId="a1491e60-2902-4014-98d0-d7a2530d65dc" providerId="ADAL" clId="{65D55A24-3580-5A51-8936-C715321EB719}" dt="2026-08-11T07:49:52.244" v="1637" actId="164"/>
          <ac:spMkLst>
            <pc:docMk/>
            <pc:sldMk cId="0" sldId="261"/>
            <ac:spMk id="42" creationId="{761C08BC-7B83-9EC0-13E8-538A83B74EB4}"/>
          </ac:spMkLst>
        </pc:spChg>
        <pc:spChg chg="add mod">
          <ac:chgData name="Enrico van de Laar" userId="a1491e60-2902-4014-98d0-d7a2530d65dc" providerId="ADAL" clId="{65D55A24-3580-5A51-8936-C715321EB719}" dt="2026-08-11T07:49:52.244" v="1637" actId="164"/>
          <ac:spMkLst>
            <pc:docMk/>
            <pc:sldMk cId="0" sldId="261"/>
            <ac:spMk id="43" creationId="{AE2628F2-3F02-7687-A2CE-7C47D33EC493}"/>
          </ac:spMkLst>
        </pc:spChg>
        <pc:spChg chg="add mod">
          <ac:chgData name="Enrico van de Laar" userId="a1491e60-2902-4014-98d0-d7a2530d65dc" providerId="ADAL" clId="{65D55A24-3580-5A51-8936-C715321EB719}" dt="2026-08-11T07:49:24.211" v="1631" actId="164"/>
          <ac:spMkLst>
            <pc:docMk/>
            <pc:sldMk cId="0" sldId="261"/>
            <ac:spMk id="45" creationId="{A1EB19C5-C973-0C62-7583-71EE26EBCA4B}"/>
          </ac:spMkLst>
        </pc:spChg>
        <pc:spChg chg="add mod">
          <ac:chgData name="Enrico van de Laar" userId="a1491e60-2902-4014-98d0-d7a2530d65dc" providerId="ADAL" clId="{65D55A24-3580-5A51-8936-C715321EB719}" dt="2026-08-11T07:49:24.211" v="1631" actId="164"/>
          <ac:spMkLst>
            <pc:docMk/>
            <pc:sldMk cId="0" sldId="261"/>
            <ac:spMk id="46" creationId="{2301EDE4-345E-C38E-9B69-363E866B787B}"/>
          </ac:spMkLst>
        </pc:spChg>
        <pc:spChg chg="add mod">
          <ac:chgData name="Enrico van de Laar" userId="a1491e60-2902-4014-98d0-d7a2530d65dc" providerId="ADAL" clId="{65D55A24-3580-5A51-8936-C715321EB719}" dt="2026-08-11T07:51:43.885" v="1687" actId="20577"/>
          <ac:spMkLst>
            <pc:docMk/>
            <pc:sldMk cId="0" sldId="261"/>
            <ac:spMk id="61" creationId="{5F560E09-42D7-2E3D-09AD-E5B12F6637A4}"/>
          </ac:spMkLst>
        </pc:spChg>
        <pc:grpChg chg="add mod">
          <ac:chgData name="Enrico van de Laar" userId="a1491e60-2902-4014-98d0-d7a2530d65dc" providerId="ADAL" clId="{65D55A24-3580-5A51-8936-C715321EB719}" dt="2026-08-11T07:48:59.585" v="1626" actId="164"/>
          <ac:grpSpMkLst>
            <pc:docMk/>
            <pc:sldMk cId="0" sldId="261"/>
            <ac:grpSpMk id="49" creationId="{37776D50-083F-50CE-FD74-C8B8C6C60DDE}"/>
          </ac:grpSpMkLst>
        </pc:grpChg>
        <pc:grpChg chg="add mod">
          <ac:chgData name="Enrico van de Laar" userId="a1491e60-2902-4014-98d0-d7a2530d65dc" providerId="ADAL" clId="{65D55A24-3580-5A51-8936-C715321EB719}" dt="2026-08-11T07:49:04.568" v="1627" actId="164"/>
          <ac:grpSpMkLst>
            <pc:docMk/>
            <pc:sldMk cId="0" sldId="261"/>
            <ac:grpSpMk id="50" creationId="{2A3E1554-453A-705A-46C3-205EB314B942}"/>
          </ac:grpSpMkLst>
        </pc:grpChg>
        <pc:grpChg chg="add mod">
          <ac:chgData name="Enrico van de Laar" userId="a1491e60-2902-4014-98d0-d7a2530d65dc" providerId="ADAL" clId="{65D55A24-3580-5A51-8936-C715321EB719}" dt="2026-08-11T07:49:09.553" v="1628" actId="164"/>
          <ac:grpSpMkLst>
            <pc:docMk/>
            <pc:sldMk cId="0" sldId="261"/>
            <ac:grpSpMk id="51" creationId="{3298AB57-A654-4E2F-F36B-4CFBA24132F5}"/>
          </ac:grpSpMkLst>
        </pc:grpChg>
        <pc:grpChg chg="add mod">
          <ac:chgData name="Enrico van de Laar" userId="a1491e60-2902-4014-98d0-d7a2530d65dc" providerId="ADAL" clId="{65D55A24-3580-5A51-8936-C715321EB719}" dt="2026-08-11T07:49:14.954" v="1629" actId="164"/>
          <ac:grpSpMkLst>
            <pc:docMk/>
            <pc:sldMk cId="0" sldId="261"/>
            <ac:grpSpMk id="52" creationId="{2ECB19BF-79F5-B5DF-4366-9695A6D39C8B}"/>
          </ac:grpSpMkLst>
        </pc:grpChg>
        <pc:grpChg chg="add mod">
          <ac:chgData name="Enrico van de Laar" userId="a1491e60-2902-4014-98d0-d7a2530d65dc" providerId="ADAL" clId="{65D55A24-3580-5A51-8936-C715321EB719}" dt="2026-08-11T07:49:19.716" v="1630" actId="164"/>
          <ac:grpSpMkLst>
            <pc:docMk/>
            <pc:sldMk cId="0" sldId="261"/>
            <ac:grpSpMk id="53" creationId="{792225FE-1E20-DB70-DC63-79C5E50553C9}"/>
          </ac:grpSpMkLst>
        </pc:grpChg>
        <pc:grpChg chg="add mod">
          <ac:chgData name="Enrico van de Laar" userId="a1491e60-2902-4014-98d0-d7a2530d65dc" providerId="ADAL" clId="{65D55A24-3580-5A51-8936-C715321EB719}" dt="2026-08-11T07:49:24.211" v="1631" actId="164"/>
          <ac:grpSpMkLst>
            <pc:docMk/>
            <pc:sldMk cId="0" sldId="261"/>
            <ac:grpSpMk id="54" creationId="{44100279-3289-A3FE-A9C3-CFB0FFCE2BD4}"/>
          </ac:grpSpMkLst>
        </pc:grpChg>
        <pc:grpChg chg="add mod">
          <ac:chgData name="Enrico van de Laar" userId="a1491e60-2902-4014-98d0-d7a2530d65dc" providerId="ADAL" clId="{65D55A24-3580-5A51-8936-C715321EB719}" dt="2026-08-11T07:49:28.842" v="1632" actId="164"/>
          <ac:grpSpMkLst>
            <pc:docMk/>
            <pc:sldMk cId="0" sldId="261"/>
            <ac:grpSpMk id="55" creationId="{13316601-366D-640D-766B-43A8ADC53D9C}"/>
          </ac:grpSpMkLst>
        </pc:grpChg>
        <pc:grpChg chg="add mod">
          <ac:chgData name="Enrico van de Laar" userId="a1491e60-2902-4014-98d0-d7a2530d65dc" providerId="ADAL" clId="{65D55A24-3580-5A51-8936-C715321EB719}" dt="2026-08-11T07:49:34.564" v="1633" actId="164"/>
          <ac:grpSpMkLst>
            <pc:docMk/>
            <pc:sldMk cId="0" sldId="261"/>
            <ac:grpSpMk id="56" creationId="{5B148B11-D0DE-BD25-1E68-97E738CC6314}"/>
          </ac:grpSpMkLst>
        </pc:grpChg>
        <pc:grpChg chg="add mod">
          <ac:chgData name="Enrico van de Laar" userId="a1491e60-2902-4014-98d0-d7a2530d65dc" providerId="ADAL" clId="{65D55A24-3580-5A51-8936-C715321EB719}" dt="2026-08-11T07:49:38.949" v="1634" actId="164"/>
          <ac:grpSpMkLst>
            <pc:docMk/>
            <pc:sldMk cId="0" sldId="261"/>
            <ac:grpSpMk id="57" creationId="{59899C60-310F-49AB-D37F-3FA8DAE9352C}"/>
          </ac:grpSpMkLst>
        </pc:grpChg>
        <pc:grpChg chg="add mod">
          <ac:chgData name="Enrico van de Laar" userId="a1491e60-2902-4014-98d0-d7a2530d65dc" providerId="ADAL" clId="{65D55A24-3580-5A51-8936-C715321EB719}" dt="2026-08-11T07:49:43.651" v="1635" actId="164"/>
          <ac:grpSpMkLst>
            <pc:docMk/>
            <pc:sldMk cId="0" sldId="261"/>
            <ac:grpSpMk id="58" creationId="{1334B67D-6218-5E9D-CEA7-D1F5CA4DFBCD}"/>
          </ac:grpSpMkLst>
        </pc:grpChg>
        <pc:grpChg chg="add mod">
          <ac:chgData name="Enrico van de Laar" userId="a1491e60-2902-4014-98d0-d7a2530d65dc" providerId="ADAL" clId="{65D55A24-3580-5A51-8936-C715321EB719}" dt="2026-08-11T07:49:47.648" v="1636" actId="164"/>
          <ac:grpSpMkLst>
            <pc:docMk/>
            <pc:sldMk cId="0" sldId="261"/>
            <ac:grpSpMk id="59" creationId="{FE7D7642-25CD-9930-337C-3CD2D276C703}"/>
          </ac:grpSpMkLst>
        </pc:grpChg>
        <pc:grpChg chg="add mod">
          <ac:chgData name="Enrico van de Laar" userId="a1491e60-2902-4014-98d0-d7a2530d65dc" providerId="ADAL" clId="{65D55A24-3580-5A51-8936-C715321EB719}" dt="2026-08-11T07:49:52.244" v="1637" actId="164"/>
          <ac:grpSpMkLst>
            <pc:docMk/>
            <pc:sldMk cId="0" sldId="261"/>
            <ac:grpSpMk id="60" creationId="{6D115C8E-89FF-A317-2F8F-706C3B63968B}"/>
          </ac:grpSpMkLst>
        </pc:grpChg>
        <pc:picChg chg="add mod">
          <ac:chgData name="Enrico van de Laar" userId="a1491e60-2902-4014-98d0-d7a2530d65dc" providerId="ADAL" clId="{65D55A24-3580-5A51-8936-C715321EB719}" dt="2026-08-11T07:48:59.585" v="1626" actId="164"/>
          <ac:picMkLst>
            <pc:docMk/>
            <pc:sldMk cId="0" sldId="261"/>
            <ac:picMk id="14" creationId="{00919C4A-E40F-D868-3A66-06C9ED42E1FC}"/>
          </ac:picMkLst>
        </pc:picChg>
        <pc:picChg chg="add mod">
          <ac:chgData name="Enrico van de Laar" userId="a1491e60-2902-4014-98d0-d7a2530d65dc" providerId="ADAL" clId="{65D55A24-3580-5A51-8936-C715321EB719}" dt="2026-08-11T07:49:04.568" v="1627" actId="164"/>
          <ac:picMkLst>
            <pc:docMk/>
            <pc:sldMk cId="0" sldId="261"/>
            <ac:picMk id="17" creationId="{4F6DC93A-2C29-E72B-9AE1-0C96E6C9B717}"/>
          </ac:picMkLst>
        </pc:picChg>
        <pc:picChg chg="add mod">
          <ac:chgData name="Enrico van de Laar" userId="a1491e60-2902-4014-98d0-d7a2530d65dc" providerId="ADAL" clId="{65D55A24-3580-5A51-8936-C715321EB719}" dt="2026-08-11T07:49:09.553" v="1628" actId="164"/>
          <ac:picMkLst>
            <pc:docMk/>
            <pc:sldMk cId="0" sldId="261"/>
            <ac:picMk id="20" creationId="{917648B1-3AC5-3D9F-D86D-4F4A0563597C}"/>
          </ac:picMkLst>
        </pc:picChg>
        <pc:picChg chg="add mod">
          <ac:chgData name="Enrico van de Laar" userId="a1491e60-2902-4014-98d0-d7a2530d65dc" providerId="ADAL" clId="{65D55A24-3580-5A51-8936-C715321EB719}" dt="2026-08-11T07:49:14.954" v="1629" actId="164"/>
          <ac:picMkLst>
            <pc:docMk/>
            <pc:sldMk cId="0" sldId="261"/>
            <ac:picMk id="23" creationId="{4056A2E4-C43F-DA06-FBED-E2CF0B4501D3}"/>
          </ac:picMkLst>
        </pc:picChg>
        <pc:picChg chg="mod">
          <ac:chgData name="Enrico van de Laar" userId="a1491e60-2902-4014-98d0-d7a2530d65dc" providerId="ADAL" clId="{65D55A24-3580-5A51-8936-C715321EB719}" dt="2026-08-11T07:49:38.949" v="1634" actId="164"/>
          <ac:picMkLst>
            <pc:docMk/>
            <pc:sldMk cId="0" sldId="261"/>
            <ac:picMk id="26" creationId="{1B153CF4-EFAD-BC29-A88B-E8F6E6A18DEF}"/>
          </ac:picMkLst>
        </pc:picChg>
        <pc:picChg chg="mod">
          <ac:chgData name="Enrico van de Laar" userId="a1491e60-2902-4014-98d0-d7a2530d65dc" providerId="ADAL" clId="{65D55A24-3580-5A51-8936-C715321EB719}" dt="2026-08-11T07:49:34.564" v="1633" actId="164"/>
          <ac:picMkLst>
            <pc:docMk/>
            <pc:sldMk cId="0" sldId="261"/>
            <ac:picMk id="29" creationId="{F2730045-A84A-8BFE-4A46-F22B51B89B4D}"/>
          </ac:picMkLst>
        </pc:picChg>
        <pc:picChg chg="add mod">
          <ac:chgData name="Enrico van de Laar" userId="a1491e60-2902-4014-98d0-d7a2530d65dc" providerId="ADAL" clId="{65D55A24-3580-5A51-8936-C715321EB719}" dt="2026-08-11T07:49:28.842" v="1632" actId="164"/>
          <ac:picMkLst>
            <pc:docMk/>
            <pc:sldMk cId="0" sldId="261"/>
            <ac:picMk id="32" creationId="{881B2786-52DF-70B2-9D06-6AEF5BF9909A}"/>
          </ac:picMkLst>
        </pc:picChg>
        <pc:picChg chg="add mod">
          <ac:chgData name="Enrico van de Laar" userId="a1491e60-2902-4014-98d0-d7a2530d65dc" providerId="ADAL" clId="{65D55A24-3580-5A51-8936-C715321EB719}" dt="2026-08-11T07:49:43.651" v="1635" actId="164"/>
          <ac:picMkLst>
            <pc:docMk/>
            <pc:sldMk cId="0" sldId="261"/>
            <ac:picMk id="38" creationId="{0115205F-4D63-8A7A-9227-B09190D7C84B}"/>
          </ac:picMkLst>
        </pc:picChg>
        <pc:picChg chg="mod">
          <ac:chgData name="Enrico van de Laar" userId="a1491e60-2902-4014-98d0-d7a2530d65dc" providerId="ADAL" clId="{65D55A24-3580-5A51-8936-C715321EB719}" dt="2026-08-11T07:49:47.648" v="1636" actId="164"/>
          <ac:picMkLst>
            <pc:docMk/>
            <pc:sldMk cId="0" sldId="261"/>
            <ac:picMk id="41" creationId="{5A15189B-3593-781D-EB10-1EB91FC013FF}"/>
          </ac:picMkLst>
        </pc:picChg>
        <pc:picChg chg="mod">
          <ac:chgData name="Enrico van de Laar" userId="a1491e60-2902-4014-98d0-d7a2530d65dc" providerId="ADAL" clId="{65D55A24-3580-5A51-8936-C715321EB719}" dt="2026-08-11T07:49:52.244" v="1637" actId="164"/>
          <ac:picMkLst>
            <pc:docMk/>
            <pc:sldMk cId="0" sldId="261"/>
            <ac:picMk id="44" creationId="{0AD985FB-B885-484F-3C1B-AF6E8C344CD2}"/>
          </ac:picMkLst>
        </pc:picChg>
        <pc:picChg chg="add mod">
          <ac:chgData name="Enrico van de Laar" userId="a1491e60-2902-4014-98d0-d7a2530d65dc" providerId="ADAL" clId="{65D55A24-3580-5A51-8936-C715321EB719}" dt="2026-08-11T07:49:24.211" v="1631" actId="164"/>
          <ac:picMkLst>
            <pc:docMk/>
            <pc:sldMk cId="0" sldId="261"/>
            <ac:picMk id="47" creationId="{689D28BE-FEF9-4FF5-38EE-BAF23B18CD2C}"/>
          </ac:picMkLst>
        </pc:picChg>
        <pc:picChg chg="add mod">
          <ac:chgData name="Enrico van de Laar" userId="a1491e60-2902-4014-98d0-d7a2530d65dc" providerId="ADAL" clId="{65D55A24-3580-5A51-8936-C715321EB719}" dt="2026-08-11T07:49:19.716" v="1630" actId="164"/>
          <ac:picMkLst>
            <pc:docMk/>
            <pc:sldMk cId="0" sldId="261"/>
            <ac:picMk id="48" creationId="{F932A14D-A990-9145-1BB2-9AFF00B78750}"/>
          </ac:picMkLst>
        </pc:picChg>
      </pc:sldChg>
      <pc:sldChg chg="delSp mod modNotesTx">
        <pc:chgData name="Enrico van de Laar" userId="a1491e60-2902-4014-98d0-d7a2530d65dc" providerId="ADAL" clId="{65D55A24-3580-5A51-8936-C715321EB719}" dt="2026-08-11T15:06:55.434" v="13752" actId="478"/>
        <pc:sldMkLst>
          <pc:docMk/>
          <pc:sldMk cId="0" sldId="263"/>
        </pc:sldMkLst>
      </pc:sldChg>
      <pc:sldChg chg="addSp delSp modSp mod ord modNotesTx">
        <pc:chgData name="Enrico van de Laar" userId="a1491e60-2902-4014-98d0-d7a2530d65dc" providerId="ADAL" clId="{65D55A24-3580-5A51-8936-C715321EB719}" dt="2026-08-11T13:11:22.379" v="8486" actId="20577"/>
        <pc:sldMkLst>
          <pc:docMk/>
          <pc:sldMk cId="3380333840" sldId="264"/>
        </pc:sldMkLst>
        <pc:spChg chg="mod">
          <ac:chgData name="Enrico van de Laar" userId="a1491e60-2902-4014-98d0-d7a2530d65dc" providerId="ADAL" clId="{65D55A24-3580-5A51-8936-C715321EB719}" dt="2026-08-11T07:14:24.830" v="734" actId="1035"/>
          <ac:spMkLst>
            <pc:docMk/>
            <pc:sldMk cId="3380333840" sldId="264"/>
            <ac:spMk id="4" creationId="{7F6A6783-4EF4-B2B5-8068-9A190A43D924}"/>
          </ac:spMkLst>
        </pc:spChg>
        <pc:spChg chg="mod">
          <ac:chgData name="Enrico van de Laar" userId="a1491e60-2902-4014-98d0-d7a2530d65dc" providerId="ADAL" clId="{65D55A24-3580-5A51-8936-C715321EB719}" dt="2026-08-11T07:14:24.830" v="734" actId="1035"/>
          <ac:spMkLst>
            <pc:docMk/>
            <pc:sldMk cId="3380333840" sldId="264"/>
            <ac:spMk id="5" creationId="{F0088472-546B-4CC1-C94E-072CD8669286}"/>
          </ac:spMkLst>
        </pc:spChg>
        <pc:spChg chg="mod">
          <ac:chgData name="Enrico van de Laar" userId="a1491e60-2902-4014-98d0-d7a2530d65dc" providerId="ADAL" clId="{65D55A24-3580-5A51-8936-C715321EB719}" dt="2026-08-11T07:14:24.830" v="734" actId="1035"/>
          <ac:spMkLst>
            <pc:docMk/>
            <pc:sldMk cId="3380333840" sldId="264"/>
            <ac:spMk id="6" creationId="{BA2BA1B1-D741-1F0E-A0B9-8E79FF7337CE}"/>
          </ac:spMkLst>
        </pc:spChg>
        <pc:spChg chg="mod">
          <ac:chgData name="Enrico van de Laar" userId="a1491e60-2902-4014-98d0-d7a2530d65dc" providerId="ADAL" clId="{65D55A24-3580-5A51-8936-C715321EB719}" dt="2026-08-11T07:14:24.830" v="734" actId="1035"/>
          <ac:spMkLst>
            <pc:docMk/>
            <pc:sldMk cId="3380333840" sldId="264"/>
            <ac:spMk id="7" creationId="{0ACE67EB-4091-796A-9A10-70471DD32BF2}"/>
          </ac:spMkLst>
        </pc:spChg>
        <pc:spChg chg="mod">
          <ac:chgData name="Enrico van de Laar" userId="a1491e60-2902-4014-98d0-d7a2530d65dc" providerId="ADAL" clId="{65D55A24-3580-5A51-8936-C715321EB719}" dt="2026-08-11T07:14:24.830" v="734" actId="1035"/>
          <ac:spMkLst>
            <pc:docMk/>
            <pc:sldMk cId="3380333840" sldId="264"/>
            <ac:spMk id="8" creationId="{6E3F82DF-529F-5478-2D45-45B3AB070E78}"/>
          </ac:spMkLst>
        </pc:spChg>
        <pc:spChg chg="mod">
          <ac:chgData name="Enrico van de Laar" userId="a1491e60-2902-4014-98d0-d7a2530d65dc" providerId="ADAL" clId="{65D55A24-3580-5A51-8936-C715321EB719}" dt="2026-08-11T11:52:54.835" v="5069" actId="20577"/>
          <ac:spMkLst>
            <pc:docMk/>
            <pc:sldMk cId="3380333840" sldId="264"/>
            <ac:spMk id="9" creationId="{20C22E78-F5AC-01D7-7F0E-F0FC78482653}"/>
          </ac:spMkLst>
        </pc:spChg>
        <pc:spChg chg="mod">
          <ac:chgData name="Enrico van de Laar" userId="a1491e60-2902-4014-98d0-d7a2530d65dc" providerId="ADAL" clId="{65D55A24-3580-5A51-8936-C715321EB719}" dt="2026-08-11T11:53:03.989" v="5070" actId="1076"/>
          <ac:spMkLst>
            <pc:docMk/>
            <pc:sldMk cId="3380333840" sldId="264"/>
            <ac:spMk id="13" creationId="{80668855-1E17-7C7C-FC9B-9513EEAFF20B}"/>
          </ac:spMkLst>
        </pc:spChg>
        <pc:spChg chg="mod">
          <ac:chgData name="Enrico van de Laar" userId="a1491e60-2902-4014-98d0-d7a2530d65dc" providerId="ADAL" clId="{65D55A24-3580-5A51-8936-C715321EB719}" dt="2026-08-11T11:53:09.384" v="5076" actId="20577"/>
          <ac:spMkLst>
            <pc:docMk/>
            <pc:sldMk cId="3380333840" sldId="264"/>
            <ac:spMk id="14" creationId="{C2D88764-5FFE-B07B-A845-B99E68B52D98}"/>
          </ac:spMkLst>
        </pc:spChg>
        <pc:spChg chg="mod">
          <ac:chgData name="Enrico van de Laar" userId="a1491e60-2902-4014-98d0-d7a2530d65dc" providerId="ADAL" clId="{65D55A24-3580-5A51-8936-C715321EB719}" dt="2026-08-11T11:53:03.989" v="5070" actId="1076"/>
          <ac:spMkLst>
            <pc:docMk/>
            <pc:sldMk cId="3380333840" sldId="264"/>
            <ac:spMk id="15" creationId="{30A0AF5E-900C-0978-C815-54279405C26B}"/>
          </ac:spMkLst>
        </pc:spChg>
        <pc:spChg chg="mod">
          <ac:chgData name="Enrico van de Laar" userId="a1491e60-2902-4014-98d0-d7a2530d65dc" providerId="ADAL" clId="{65D55A24-3580-5A51-8936-C715321EB719}" dt="2026-08-11T11:53:03.989" v="5070" actId="1076"/>
          <ac:spMkLst>
            <pc:docMk/>
            <pc:sldMk cId="3380333840" sldId="264"/>
            <ac:spMk id="16" creationId="{6EBE131B-F3D3-01C7-2351-1655A4DAD1A2}"/>
          </ac:spMkLst>
        </pc:spChg>
        <pc:spChg chg="mod">
          <ac:chgData name="Enrico van de Laar" userId="a1491e60-2902-4014-98d0-d7a2530d65dc" providerId="ADAL" clId="{65D55A24-3580-5A51-8936-C715321EB719}" dt="2026-08-11T11:53:12.910" v="5078" actId="20577"/>
          <ac:spMkLst>
            <pc:docMk/>
            <pc:sldMk cId="3380333840" sldId="264"/>
            <ac:spMk id="17" creationId="{5ECDDDFE-FAE9-2BBD-3AC8-6051145D2B66}"/>
          </ac:spMkLst>
        </pc:spChg>
        <pc:spChg chg="mod">
          <ac:chgData name="Enrico van de Laar" userId="a1491e60-2902-4014-98d0-d7a2530d65dc" providerId="ADAL" clId="{65D55A24-3580-5A51-8936-C715321EB719}" dt="2026-08-11T13:11:22.379" v="8486" actId="20577"/>
          <ac:spMkLst>
            <pc:docMk/>
            <pc:sldMk cId="3380333840" sldId="264"/>
            <ac:spMk id="18" creationId="{85A644E0-FDA5-FD9C-B0AA-34BDEF8C1E0E}"/>
          </ac:spMkLst>
        </pc:spChg>
        <pc:spChg chg="add mod">
          <ac:chgData name="Enrico van de Laar" userId="a1491e60-2902-4014-98d0-d7a2530d65dc" providerId="ADAL" clId="{65D55A24-3580-5A51-8936-C715321EB719}" dt="2026-08-11T07:14:24.830" v="734" actId="1035"/>
          <ac:spMkLst>
            <pc:docMk/>
            <pc:sldMk cId="3380333840" sldId="264"/>
            <ac:spMk id="19" creationId="{38EF40BD-8D20-04EB-7F79-99A9D8ECD626}"/>
          </ac:spMkLst>
        </pc:spChg>
        <pc:spChg chg="add mod">
          <ac:chgData name="Enrico van de Laar" userId="a1491e60-2902-4014-98d0-d7a2530d65dc" providerId="ADAL" clId="{65D55A24-3580-5A51-8936-C715321EB719}" dt="2026-08-11T11:53:14.845" v="5080" actId="20577"/>
          <ac:spMkLst>
            <pc:docMk/>
            <pc:sldMk cId="3380333840" sldId="264"/>
            <ac:spMk id="20" creationId="{2C181E3A-4FBC-8933-CDDC-2F0DE72450A8}"/>
          </ac:spMkLst>
        </pc:spChg>
        <pc:spChg chg="add mod">
          <ac:chgData name="Enrico van de Laar" userId="a1491e60-2902-4014-98d0-d7a2530d65dc" providerId="ADAL" clId="{65D55A24-3580-5A51-8936-C715321EB719}" dt="2026-08-11T11:53:03.989" v="5070" actId="1076"/>
          <ac:spMkLst>
            <pc:docMk/>
            <pc:sldMk cId="3380333840" sldId="264"/>
            <ac:spMk id="21" creationId="{422D7E7D-D009-236D-84CC-692269CDA0DF}"/>
          </ac:spMkLst>
        </pc:spChg>
        <pc:spChg chg="add mod">
          <ac:chgData name="Enrico van de Laar" userId="a1491e60-2902-4014-98d0-d7a2530d65dc" providerId="ADAL" clId="{65D55A24-3580-5A51-8936-C715321EB719}" dt="2026-08-11T11:53:03.989" v="5070" actId="1076"/>
          <ac:spMkLst>
            <pc:docMk/>
            <pc:sldMk cId="3380333840" sldId="264"/>
            <ac:spMk id="22" creationId="{2E6D00BD-03CE-152E-FC6A-CFF78D87BA84}"/>
          </ac:spMkLst>
        </pc:spChg>
        <pc:spChg chg="add mod">
          <ac:chgData name="Enrico van de Laar" userId="a1491e60-2902-4014-98d0-d7a2530d65dc" providerId="ADAL" clId="{65D55A24-3580-5A51-8936-C715321EB719}" dt="2026-08-11T11:53:16.929" v="5082" actId="20577"/>
          <ac:spMkLst>
            <pc:docMk/>
            <pc:sldMk cId="3380333840" sldId="264"/>
            <ac:spMk id="23" creationId="{CC236E0A-085D-29AF-CF05-98FB23C4F22B}"/>
          </ac:spMkLst>
        </pc:spChg>
        <pc:spChg chg="add mod">
          <ac:chgData name="Enrico van de Laar" userId="a1491e60-2902-4014-98d0-d7a2530d65dc" providerId="ADAL" clId="{65D55A24-3580-5A51-8936-C715321EB719}" dt="2026-08-11T07:15:07.783" v="818" actId="20577"/>
          <ac:spMkLst>
            <pc:docMk/>
            <pc:sldMk cId="3380333840" sldId="264"/>
            <ac:spMk id="24" creationId="{48BA5050-FEB0-8886-E32F-BD91A9D15F15}"/>
          </ac:spMkLst>
        </pc:spChg>
      </pc:sldChg>
      <pc:sldChg chg="modSp mod ord modNotesTx">
        <pc:chgData name="Enrico van de Laar" userId="a1491e60-2902-4014-98d0-d7a2530d65dc" providerId="ADAL" clId="{65D55A24-3580-5A51-8936-C715321EB719}" dt="2026-08-19T04:52:32.232" v="14584" actId="20577"/>
        <pc:sldMkLst>
          <pc:docMk/>
          <pc:sldMk cId="0" sldId="265"/>
        </pc:sldMkLst>
        <pc:spChg chg="mod">
          <ac:chgData name="Enrico van de Laar" userId="a1491e60-2902-4014-98d0-d7a2530d65dc" providerId="ADAL" clId="{65D55A24-3580-5A51-8936-C715321EB719}" dt="2026-08-11T07:57:35.744" v="2000" actId="207"/>
          <ac:spMkLst>
            <pc:docMk/>
            <pc:sldMk cId="0" sldId="265"/>
            <ac:spMk id="7" creationId="{00000000-0000-0000-0000-000000000000}"/>
          </ac:spMkLst>
        </pc:spChg>
        <pc:spChg chg="mod">
          <ac:chgData name="Enrico van de Laar" userId="a1491e60-2902-4014-98d0-d7a2530d65dc" providerId="ADAL" clId="{65D55A24-3580-5A51-8936-C715321EB719}" dt="2026-08-19T04:52:22.421" v="14535" actId="20577"/>
          <ac:spMkLst>
            <pc:docMk/>
            <pc:sldMk cId="0" sldId="265"/>
            <ac:spMk id="15" creationId="{00000000-0000-0000-0000-000000000000}"/>
          </ac:spMkLst>
        </pc:spChg>
      </pc:sldChg>
      <pc:sldChg chg="addSp delSp modSp add mod ord modNotesTx">
        <pc:chgData name="Enrico van de Laar" userId="a1491e60-2902-4014-98d0-d7a2530d65dc" providerId="ADAL" clId="{65D55A24-3580-5A51-8936-C715321EB719}" dt="2026-08-11T13:10:26.421" v="8406" actId="20577"/>
        <pc:sldMkLst>
          <pc:docMk/>
          <pc:sldMk cId="627124503" sldId="266"/>
        </pc:sldMkLst>
        <pc:spChg chg="mod">
          <ac:chgData name="Enrico van de Laar" userId="a1491e60-2902-4014-98d0-d7a2530d65dc" providerId="ADAL" clId="{65D55A24-3580-5A51-8936-C715321EB719}" dt="2026-08-11T13:10:26.421" v="8406" actId="20577"/>
          <ac:spMkLst>
            <pc:docMk/>
            <pc:sldMk cId="627124503" sldId="266"/>
            <ac:spMk id="2" creationId="{C3857CC2-F4B1-0F57-5B69-D121BFC46C67}"/>
          </ac:spMkLst>
        </pc:spChg>
        <pc:picChg chg="add mod">
          <ac:chgData name="Enrico van de Laar" userId="a1491e60-2902-4014-98d0-d7a2530d65dc" providerId="ADAL" clId="{65D55A24-3580-5A51-8936-C715321EB719}" dt="2026-08-11T07:18:08.753" v="987" actId="1076"/>
          <ac:picMkLst>
            <pc:docMk/>
            <pc:sldMk cId="627124503" sldId="266"/>
            <ac:picMk id="7" creationId="{F4959D36-2592-0902-E153-90ACAB0451D0}"/>
          </ac:picMkLst>
        </pc:picChg>
      </pc:sldChg>
      <pc:sldChg chg="delSp modSp add mod ord modNotesTx">
        <pc:chgData name="Enrico van de Laar" userId="a1491e60-2902-4014-98d0-d7a2530d65dc" providerId="ADAL" clId="{65D55A24-3580-5A51-8936-C715321EB719}" dt="2026-08-11T13:10:35.743" v="8412" actId="20577"/>
        <pc:sldMkLst>
          <pc:docMk/>
          <pc:sldMk cId="1720130166" sldId="267"/>
        </pc:sldMkLst>
        <pc:spChg chg="mod">
          <ac:chgData name="Enrico van de Laar" userId="a1491e60-2902-4014-98d0-d7a2530d65dc" providerId="ADAL" clId="{65D55A24-3580-5A51-8936-C715321EB719}" dt="2026-08-11T13:10:35.743" v="8412" actId="20577"/>
          <ac:spMkLst>
            <pc:docMk/>
            <pc:sldMk cId="1720130166" sldId="267"/>
            <ac:spMk id="2" creationId="{C53F49E6-61ED-F96D-88DD-5B54AFA3F0C1}"/>
          </ac:spMkLst>
        </pc:spChg>
        <pc:spChg chg="mod">
          <ac:chgData name="Enrico van de Laar" userId="a1491e60-2902-4014-98d0-d7a2530d65dc" providerId="ADAL" clId="{65D55A24-3580-5A51-8936-C715321EB719}" dt="2026-08-11T07:58:13.118" v="2007" actId="20577"/>
          <ac:spMkLst>
            <pc:docMk/>
            <pc:sldMk cId="1720130166" sldId="267"/>
            <ac:spMk id="4" creationId="{81973C38-AB2C-AB04-55D2-53EE962B6ECE}"/>
          </ac:spMkLst>
        </pc:spChg>
        <pc:spChg chg="mod">
          <ac:chgData name="Enrico van de Laar" userId="a1491e60-2902-4014-98d0-d7a2530d65dc" providerId="ADAL" clId="{65D55A24-3580-5A51-8936-C715321EB719}" dt="2026-08-11T07:58:03.608" v="2006" actId="20577"/>
          <ac:spMkLst>
            <pc:docMk/>
            <pc:sldMk cId="1720130166" sldId="267"/>
            <ac:spMk id="5" creationId="{C102BD0E-F65B-9BDF-CBED-B2C04FFAFE8D}"/>
          </ac:spMkLst>
        </pc:spChg>
      </pc:sldChg>
      <pc:sldChg chg="addSp delSp modSp add mod modNotesTx">
        <pc:chgData name="Enrico van de Laar" userId="a1491e60-2902-4014-98d0-d7a2530d65dc" providerId="ADAL" clId="{65D55A24-3580-5A51-8936-C715321EB719}" dt="2026-08-11T13:10:48.916" v="8427" actId="20577"/>
        <pc:sldMkLst>
          <pc:docMk/>
          <pc:sldMk cId="4248954189" sldId="268"/>
        </pc:sldMkLst>
        <pc:spChg chg="mod">
          <ac:chgData name="Enrico van de Laar" userId="a1491e60-2902-4014-98d0-d7a2530d65dc" providerId="ADAL" clId="{65D55A24-3580-5A51-8936-C715321EB719}" dt="2026-08-11T13:10:48.916" v="8427" actId="20577"/>
          <ac:spMkLst>
            <pc:docMk/>
            <pc:sldMk cId="4248954189" sldId="268"/>
            <ac:spMk id="2" creationId="{2841537B-823B-353B-0C86-1B5311CB6995}"/>
          </ac:spMkLst>
        </pc:spChg>
        <pc:spChg chg="mod">
          <ac:chgData name="Enrico van de Laar" userId="a1491e60-2902-4014-98d0-d7a2530d65dc" providerId="ADAL" clId="{65D55A24-3580-5A51-8936-C715321EB719}" dt="2026-08-11T11:31:29.121" v="3416" actId="20577"/>
          <ac:spMkLst>
            <pc:docMk/>
            <pc:sldMk cId="4248954189" sldId="268"/>
            <ac:spMk id="3" creationId="{D39360F0-15FE-A5B8-B71B-D2D9F5FB6C70}"/>
          </ac:spMkLst>
        </pc:spChg>
        <pc:spChg chg="mod">
          <ac:chgData name="Enrico van de Laar" userId="a1491e60-2902-4014-98d0-d7a2530d65dc" providerId="ADAL" clId="{65D55A24-3580-5A51-8936-C715321EB719}" dt="2026-08-11T11:32:17.828" v="3425" actId="207"/>
          <ac:spMkLst>
            <pc:docMk/>
            <pc:sldMk cId="4248954189" sldId="268"/>
            <ac:spMk id="4" creationId="{C102F468-7C4C-B18E-7C92-B978FD1C91C7}"/>
          </ac:spMkLst>
        </pc:spChg>
        <pc:picChg chg="add mod">
          <ac:chgData name="Enrico van de Laar" userId="a1491e60-2902-4014-98d0-d7a2530d65dc" providerId="ADAL" clId="{65D55A24-3580-5A51-8936-C715321EB719}" dt="2026-08-11T11:55:33.290" v="5098" actId="1076"/>
          <ac:picMkLst>
            <pc:docMk/>
            <pc:sldMk cId="4248954189" sldId="268"/>
            <ac:picMk id="9" creationId="{1FAF2796-D3DC-61C1-5DAA-C931A85A2D42}"/>
          </ac:picMkLst>
        </pc:picChg>
        <pc:picChg chg="add mod">
          <ac:chgData name="Enrico van de Laar" userId="a1491e60-2902-4014-98d0-d7a2530d65dc" providerId="ADAL" clId="{65D55A24-3580-5A51-8936-C715321EB719}" dt="2026-08-11T11:55:33.290" v="5098" actId="1076"/>
          <ac:picMkLst>
            <pc:docMk/>
            <pc:sldMk cId="4248954189" sldId="268"/>
            <ac:picMk id="10" creationId="{67BDEAE5-6D62-B34D-B588-3DCB6F52D2D4}"/>
          </ac:picMkLst>
        </pc:picChg>
      </pc:sldChg>
      <pc:sldChg chg="addSp delSp modSp add del mod ord modNotesTx">
        <pc:chgData name="Enrico van de Laar" userId="a1491e60-2902-4014-98d0-d7a2530d65dc" providerId="ADAL" clId="{65D55A24-3580-5A51-8936-C715321EB719}" dt="2026-08-11T13:10:44.082" v="8424" actId="20577"/>
        <pc:sldMkLst>
          <pc:docMk/>
          <pc:sldMk cId="2273573431" sldId="269"/>
        </pc:sldMkLst>
        <pc:spChg chg="mod">
          <ac:chgData name="Enrico van de Laar" userId="a1491e60-2902-4014-98d0-d7a2530d65dc" providerId="ADAL" clId="{65D55A24-3580-5A51-8936-C715321EB719}" dt="2026-08-11T13:10:44.082" v="8424" actId="20577"/>
          <ac:spMkLst>
            <pc:docMk/>
            <pc:sldMk cId="2273573431" sldId="269"/>
            <ac:spMk id="2" creationId="{1BFBCF80-BABF-E6DF-956B-0D12387BA2EB}"/>
          </ac:spMkLst>
        </pc:spChg>
        <pc:spChg chg="add mod">
          <ac:chgData name="Enrico van de Laar" userId="a1491e60-2902-4014-98d0-d7a2530d65dc" providerId="ADAL" clId="{65D55A24-3580-5A51-8936-C715321EB719}" dt="2026-08-11T11:40:19.949" v="4162" actId="14100"/>
          <ac:spMkLst>
            <pc:docMk/>
            <pc:sldMk cId="2273573431" sldId="269"/>
            <ac:spMk id="3" creationId="{40EAE79E-C7E2-9729-F4C0-2B90B196E260}"/>
          </ac:spMkLst>
        </pc:spChg>
        <pc:spChg chg="add mod">
          <ac:chgData name="Enrico van de Laar" userId="a1491e60-2902-4014-98d0-d7a2530d65dc" providerId="ADAL" clId="{65D55A24-3580-5A51-8936-C715321EB719}" dt="2026-08-11T11:38:50.775" v="4133" actId="1076"/>
          <ac:spMkLst>
            <pc:docMk/>
            <pc:sldMk cId="2273573431" sldId="269"/>
            <ac:spMk id="4" creationId="{24465B90-C332-44E5-56F4-1A9E217D900F}"/>
          </ac:spMkLst>
        </pc:spChg>
        <pc:spChg chg="add mod">
          <ac:chgData name="Enrico van de Laar" userId="a1491e60-2902-4014-98d0-d7a2530d65dc" providerId="ADAL" clId="{65D55A24-3580-5A51-8936-C715321EB719}" dt="2026-08-11T11:43:01.252" v="4508" actId="20577"/>
          <ac:spMkLst>
            <pc:docMk/>
            <pc:sldMk cId="2273573431" sldId="269"/>
            <ac:spMk id="5" creationId="{1037DE7C-CFED-3090-C5FE-1E2BE8E40EB6}"/>
          </ac:spMkLst>
        </pc:spChg>
        <pc:spChg chg="add mod">
          <ac:chgData name="Enrico van de Laar" userId="a1491e60-2902-4014-98d0-d7a2530d65dc" providerId="ADAL" clId="{65D55A24-3580-5A51-8936-C715321EB719}" dt="2026-08-11T11:40:19.949" v="4162" actId="14100"/>
          <ac:spMkLst>
            <pc:docMk/>
            <pc:sldMk cId="2273573431" sldId="269"/>
            <ac:spMk id="6" creationId="{24A11418-2690-EA0C-081B-7BEB43F00B81}"/>
          </ac:spMkLst>
        </pc:spChg>
        <pc:spChg chg="mod">
          <ac:chgData name="Enrico van de Laar" userId="a1491e60-2902-4014-98d0-d7a2530d65dc" providerId="ADAL" clId="{65D55A24-3580-5A51-8936-C715321EB719}" dt="2026-08-11T11:50:19.690" v="4991" actId="20577"/>
          <ac:spMkLst>
            <pc:docMk/>
            <pc:sldMk cId="2273573431" sldId="269"/>
            <ac:spMk id="7" creationId="{3535EB46-8FE7-6B47-61C2-7BF936B0A52F}"/>
          </ac:spMkLst>
        </pc:spChg>
        <pc:spChg chg="add mod">
          <ac:chgData name="Enrico van de Laar" userId="a1491e60-2902-4014-98d0-d7a2530d65dc" providerId="ADAL" clId="{65D55A24-3580-5A51-8936-C715321EB719}" dt="2026-08-11T11:40:14.312" v="4161" actId="20577"/>
          <ac:spMkLst>
            <pc:docMk/>
            <pc:sldMk cId="2273573431" sldId="269"/>
            <ac:spMk id="16" creationId="{DE341BB1-8F99-CFDE-C71F-153503CF5765}"/>
          </ac:spMkLst>
        </pc:spChg>
        <pc:spChg chg="add mod">
          <ac:chgData name="Enrico van de Laar" userId="a1491e60-2902-4014-98d0-d7a2530d65dc" providerId="ADAL" clId="{65D55A24-3580-5A51-8936-C715321EB719}" dt="2026-08-11T11:43:00.233" v="4507" actId="20577"/>
          <ac:spMkLst>
            <pc:docMk/>
            <pc:sldMk cId="2273573431" sldId="269"/>
            <ac:spMk id="17" creationId="{3D3B2514-0372-853D-2B8B-E85369201E4B}"/>
          </ac:spMkLst>
        </pc:spChg>
        <pc:spChg chg="add mod">
          <ac:chgData name="Enrico van de Laar" userId="a1491e60-2902-4014-98d0-d7a2530d65dc" providerId="ADAL" clId="{65D55A24-3580-5A51-8936-C715321EB719}" dt="2026-08-11T11:40:19.949" v="4162" actId="14100"/>
          <ac:spMkLst>
            <pc:docMk/>
            <pc:sldMk cId="2273573431" sldId="269"/>
            <ac:spMk id="21" creationId="{1CE7CF15-B215-BBD0-A1A5-6242C2CA763A}"/>
          </ac:spMkLst>
        </pc:spChg>
        <pc:spChg chg="add mod">
          <ac:chgData name="Enrico van de Laar" userId="a1491e60-2902-4014-98d0-d7a2530d65dc" providerId="ADAL" clId="{65D55A24-3580-5A51-8936-C715321EB719}" dt="2026-08-11T11:46:12.470" v="4958" actId="20577"/>
          <ac:spMkLst>
            <pc:docMk/>
            <pc:sldMk cId="2273573431" sldId="269"/>
            <ac:spMk id="22" creationId="{96CB0B65-FC22-6091-118B-0DB75316AFFC}"/>
          </ac:spMkLst>
        </pc:spChg>
        <pc:spChg chg="add mod">
          <ac:chgData name="Enrico van de Laar" userId="a1491e60-2902-4014-98d0-d7a2530d65dc" providerId="ADAL" clId="{65D55A24-3580-5A51-8936-C715321EB719}" dt="2026-08-11T11:46:07.392" v="4946" actId="20577"/>
          <ac:spMkLst>
            <pc:docMk/>
            <pc:sldMk cId="2273573431" sldId="269"/>
            <ac:spMk id="27" creationId="{830B1129-4782-5D89-D651-044FC6EA7564}"/>
          </ac:spMkLst>
        </pc:spChg>
      </pc:sldChg>
      <pc:sldChg chg="addSp delSp modSp add mod ord modNotesTx">
        <pc:chgData name="Enrico van de Laar" userId="a1491e60-2902-4014-98d0-d7a2530d65dc" providerId="ADAL" clId="{65D55A24-3580-5A51-8936-C715321EB719}" dt="2026-08-11T13:10:51.900" v="8430" actId="20577"/>
        <pc:sldMkLst>
          <pc:docMk/>
          <pc:sldMk cId="377177963" sldId="270"/>
        </pc:sldMkLst>
        <pc:spChg chg="mod">
          <ac:chgData name="Enrico van de Laar" userId="a1491e60-2902-4014-98d0-d7a2530d65dc" providerId="ADAL" clId="{65D55A24-3580-5A51-8936-C715321EB719}" dt="2026-08-11T13:10:51.900" v="8430" actId="20577"/>
          <ac:spMkLst>
            <pc:docMk/>
            <pc:sldMk cId="377177963" sldId="270"/>
            <ac:spMk id="2" creationId="{712DD596-79F3-B333-C3E9-D02BBD0335B4}"/>
          </ac:spMkLst>
        </pc:spChg>
        <pc:spChg chg="mod">
          <ac:chgData name="Enrico van de Laar" userId="a1491e60-2902-4014-98d0-d7a2530d65dc" providerId="ADAL" clId="{65D55A24-3580-5A51-8936-C715321EB719}" dt="2026-08-11T12:08:08.515" v="5906" actId="20577"/>
          <ac:spMkLst>
            <pc:docMk/>
            <pc:sldMk cId="377177963" sldId="270"/>
            <ac:spMk id="7" creationId="{18B1E276-6DF6-510B-8418-3AD9E4B52BCC}"/>
          </ac:spMkLst>
        </pc:spChg>
        <pc:spChg chg="add mod">
          <ac:chgData name="Enrico van de Laar" userId="a1491e60-2902-4014-98d0-d7a2530d65dc" providerId="ADAL" clId="{65D55A24-3580-5A51-8936-C715321EB719}" dt="2026-08-11T12:02:41.292" v="5265" actId="207"/>
          <ac:spMkLst>
            <pc:docMk/>
            <pc:sldMk cId="377177963" sldId="270"/>
            <ac:spMk id="8" creationId="{46AC6631-3C5D-E44B-D450-41FCCC7E1B56}"/>
          </ac:spMkLst>
        </pc:spChg>
        <pc:spChg chg="add mod">
          <ac:chgData name="Enrico van de Laar" userId="a1491e60-2902-4014-98d0-d7a2530d65dc" providerId="ADAL" clId="{65D55A24-3580-5A51-8936-C715321EB719}" dt="2026-08-11T11:59:44.518" v="5185" actId="208"/>
          <ac:spMkLst>
            <pc:docMk/>
            <pc:sldMk cId="377177963" sldId="270"/>
            <ac:spMk id="9" creationId="{F81B1002-96D0-C063-1A4C-19075B469C5D}"/>
          </ac:spMkLst>
        </pc:spChg>
        <pc:spChg chg="add mod">
          <ac:chgData name="Enrico van de Laar" userId="a1491e60-2902-4014-98d0-d7a2530d65dc" providerId="ADAL" clId="{65D55A24-3580-5A51-8936-C715321EB719}" dt="2026-08-11T12:02:19.362" v="5261" actId="1037"/>
          <ac:spMkLst>
            <pc:docMk/>
            <pc:sldMk cId="377177963" sldId="270"/>
            <ac:spMk id="12" creationId="{28FF3DCC-DB1D-DF1F-1DEA-54B2D0293F08}"/>
          </ac:spMkLst>
        </pc:spChg>
      </pc:sldChg>
      <pc:sldChg chg="addSp delSp modSp add mod modNotesTx">
        <pc:chgData name="Enrico van de Laar" userId="a1491e60-2902-4014-98d0-d7a2530d65dc" providerId="ADAL" clId="{65D55A24-3580-5A51-8936-C715321EB719}" dt="2026-08-11T14:11:03.239" v="11178" actId="207"/>
        <pc:sldMkLst>
          <pc:docMk/>
          <pc:sldMk cId="2883772994" sldId="271"/>
        </pc:sldMkLst>
        <pc:spChg chg="mod">
          <ac:chgData name="Enrico van de Laar" userId="a1491e60-2902-4014-98d0-d7a2530d65dc" providerId="ADAL" clId="{65D55A24-3580-5A51-8936-C715321EB719}" dt="2026-08-11T13:10:55.335" v="8433" actId="20577"/>
          <ac:spMkLst>
            <pc:docMk/>
            <pc:sldMk cId="2883772994" sldId="271"/>
            <ac:spMk id="2" creationId="{94820F42-40EC-0754-76AA-5DF17AD056DC}"/>
          </ac:spMkLst>
        </pc:spChg>
        <pc:spChg chg="add mod">
          <ac:chgData name="Enrico van de Laar" userId="a1491e60-2902-4014-98d0-d7a2530d65dc" providerId="ADAL" clId="{65D55A24-3580-5A51-8936-C715321EB719}" dt="2026-08-11T14:11:03.239" v="11178" actId="207"/>
          <ac:spMkLst>
            <pc:docMk/>
            <pc:sldMk cId="2883772994" sldId="271"/>
            <ac:spMk id="3" creationId="{FDF09FF3-9E25-ACCC-4AA6-B02664A16682}"/>
          </ac:spMkLst>
        </pc:spChg>
        <pc:spChg chg="add mod">
          <ac:chgData name="Enrico van de Laar" userId="a1491e60-2902-4014-98d0-d7a2530d65dc" providerId="ADAL" clId="{65D55A24-3580-5A51-8936-C715321EB719}" dt="2026-08-11T14:11:03.239" v="11178" actId="207"/>
          <ac:spMkLst>
            <pc:docMk/>
            <pc:sldMk cId="2883772994" sldId="271"/>
            <ac:spMk id="4" creationId="{EC4B627E-A2FF-8BD6-DC9B-F1975EB40F73}"/>
          </ac:spMkLst>
        </pc:spChg>
        <pc:spChg chg="add mod">
          <ac:chgData name="Enrico van de Laar" userId="a1491e60-2902-4014-98d0-d7a2530d65dc" providerId="ADAL" clId="{65D55A24-3580-5A51-8936-C715321EB719}" dt="2026-08-11T14:10:59.338" v="11177" actId="207"/>
          <ac:spMkLst>
            <pc:docMk/>
            <pc:sldMk cId="2883772994" sldId="271"/>
            <ac:spMk id="5" creationId="{EEDC0D01-19D5-A69A-C160-DD3419177B10}"/>
          </ac:spMkLst>
        </pc:spChg>
        <pc:spChg chg="add mod">
          <ac:chgData name="Enrico van de Laar" userId="a1491e60-2902-4014-98d0-d7a2530d65dc" providerId="ADAL" clId="{65D55A24-3580-5A51-8936-C715321EB719}" dt="2026-08-11T14:10:59.338" v="11177" actId="207"/>
          <ac:spMkLst>
            <pc:docMk/>
            <pc:sldMk cId="2883772994" sldId="271"/>
            <ac:spMk id="6" creationId="{63F51A1D-DFB3-1DE8-4594-31B31DD0F2C3}"/>
          </ac:spMkLst>
        </pc:spChg>
        <pc:spChg chg="mod">
          <ac:chgData name="Enrico van de Laar" userId="a1491e60-2902-4014-98d0-d7a2530d65dc" providerId="ADAL" clId="{65D55A24-3580-5A51-8936-C715321EB719}" dt="2026-08-11T12:15:39.622" v="6124" actId="20577"/>
          <ac:spMkLst>
            <pc:docMk/>
            <pc:sldMk cId="2883772994" sldId="271"/>
            <ac:spMk id="7" creationId="{119E5EF6-8618-402C-FBA1-49B8E31A8FE8}"/>
          </ac:spMkLst>
        </pc:spChg>
        <pc:spChg chg="add mod">
          <ac:chgData name="Enrico van de Laar" userId="a1491e60-2902-4014-98d0-d7a2530d65dc" providerId="ADAL" clId="{65D55A24-3580-5A51-8936-C715321EB719}" dt="2026-08-11T12:17:41.201" v="6444" actId="12788"/>
          <ac:spMkLst>
            <pc:docMk/>
            <pc:sldMk cId="2883772994" sldId="271"/>
            <ac:spMk id="10" creationId="{7C23F14D-8EF1-1110-79D3-CA31C81F09F7}"/>
          </ac:spMkLst>
        </pc:spChg>
        <pc:spChg chg="add mod">
          <ac:chgData name="Enrico van de Laar" userId="a1491e60-2902-4014-98d0-d7a2530d65dc" providerId="ADAL" clId="{65D55A24-3580-5A51-8936-C715321EB719}" dt="2026-08-11T12:17:41.201" v="6444" actId="12788"/>
          <ac:spMkLst>
            <pc:docMk/>
            <pc:sldMk cId="2883772994" sldId="271"/>
            <ac:spMk id="11" creationId="{11C5C658-CB8D-C6A5-00A8-4356CB227F33}"/>
          </ac:spMkLst>
        </pc:spChg>
        <pc:spChg chg="add mod">
          <ac:chgData name="Enrico van de Laar" userId="a1491e60-2902-4014-98d0-d7a2530d65dc" providerId="ADAL" clId="{65D55A24-3580-5A51-8936-C715321EB719}" dt="2026-08-11T12:17:41.201" v="6444" actId="12788"/>
          <ac:spMkLst>
            <pc:docMk/>
            <pc:sldMk cId="2883772994" sldId="271"/>
            <ac:spMk id="13" creationId="{AF38ACAC-9A23-79FA-F6E9-DBDC8BD86686}"/>
          </ac:spMkLst>
        </pc:spChg>
        <pc:spChg chg="add mod">
          <ac:chgData name="Enrico van de Laar" userId="a1491e60-2902-4014-98d0-d7a2530d65dc" providerId="ADAL" clId="{65D55A24-3580-5A51-8936-C715321EB719}" dt="2026-08-11T12:17:41.201" v="6444" actId="12788"/>
          <ac:spMkLst>
            <pc:docMk/>
            <pc:sldMk cId="2883772994" sldId="271"/>
            <ac:spMk id="14" creationId="{42A61E92-438B-979F-E2E5-72F2DDD05C80}"/>
          </ac:spMkLst>
        </pc:spChg>
      </pc:sldChg>
      <pc:sldChg chg="addSp delSp modSp add mod ord delAnim modAnim modNotesTx">
        <pc:chgData name="Enrico van de Laar" userId="a1491e60-2902-4014-98d0-d7a2530d65dc" providerId="ADAL" clId="{65D55A24-3580-5A51-8936-C715321EB719}" dt="2026-08-11T13:10:59.496" v="8436" actId="20577"/>
        <pc:sldMkLst>
          <pc:docMk/>
          <pc:sldMk cId="4105023611" sldId="272"/>
        </pc:sldMkLst>
        <pc:spChg chg="mod">
          <ac:chgData name="Enrico van de Laar" userId="a1491e60-2902-4014-98d0-d7a2530d65dc" providerId="ADAL" clId="{65D55A24-3580-5A51-8936-C715321EB719}" dt="2026-08-11T13:10:59.496" v="8436" actId="20577"/>
          <ac:spMkLst>
            <pc:docMk/>
            <pc:sldMk cId="4105023611" sldId="272"/>
            <ac:spMk id="2" creationId="{736FB8E4-1C0F-6153-3E75-77132DB8F56A}"/>
          </ac:spMkLst>
        </pc:spChg>
        <pc:spChg chg="mod">
          <ac:chgData name="Enrico van de Laar" userId="a1491e60-2902-4014-98d0-d7a2530d65dc" providerId="ADAL" clId="{65D55A24-3580-5A51-8936-C715321EB719}" dt="2026-08-11T12:18:56.209" v="6484" actId="20577"/>
          <ac:spMkLst>
            <pc:docMk/>
            <pc:sldMk cId="4105023611" sldId="272"/>
            <ac:spMk id="3" creationId="{F196FCCE-BA89-D575-0BB1-552867307E1B}"/>
          </ac:spMkLst>
        </pc:spChg>
        <pc:spChg chg="mod">
          <ac:chgData name="Enrico van de Laar" userId="a1491e60-2902-4014-98d0-d7a2530d65dc" providerId="ADAL" clId="{65D55A24-3580-5A51-8936-C715321EB719}" dt="2026-08-11T12:25:25.457" v="6590" actId="1076"/>
          <ac:spMkLst>
            <pc:docMk/>
            <pc:sldMk cId="4105023611" sldId="272"/>
            <ac:spMk id="4" creationId="{AB9096D7-43D0-E272-771D-26B6B67E8070}"/>
          </ac:spMkLst>
        </pc:spChg>
        <pc:spChg chg="add mod">
          <ac:chgData name="Enrico van de Laar" userId="a1491e60-2902-4014-98d0-d7a2530d65dc" providerId="ADAL" clId="{65D55A24-3580-5A51-8936-C715321EB719}" dt="2026-08-11T12:39:45.614" v="7203" actId="2085"/>
          <ac:spMkLst>
            <pc:docMk/>
            <pc:sldMk cId="4105023611" sldId="272"/>
            <ac:spMk id="5" creationId="{611B180D-C3EB-8862-1717-583D4E4D3287}"/>
          </ac:spMkLst>
        </pc:spChg>
        <pc:spChg chg="add mod">
          <ac:chgData name="Enrico van de Laar" userId="a1491e60-2902-4014-98d0-d7a2530d65dc" providerId="ADAL" clId="{65D55A24-3580-5A51-8936-C715321EB719}" dt="2026-08-11T12:39:51.840" v="7205" actId="207"/>
          <ac:spMkLst>
            <pc:docMk/>
            <pc:sldMk cId="4105023611" sldId="272"/>
            <ac:spMk id="6" creationId="{F208F62D-1FAB-0E47-4E9A-7A61F4BD9DBE}"/>
          </ac:spMkLst>
        </pc:spChg>
        <pc:spChg chg="add mod">
          <ac:chgData name="Enrico van de Laar" userId="a1491e60-2902-4014-98d0-d7a2530d65dc" providerId="ADAL" clId="{65D55A24-3580-5A51-8936-C715321EB719}" dt="2026-08-11T12:40:16.374" v="7211" actId="2085"/>
          <ac:spMkLst>
            <pc:docMk/>
            <pc:sldMk cId="4105023611" sldId="272"/>
            <ac:spMk id="7" creationId="{33F3E663-750A-5B88-8821-733FF241E5B5}"/>
          </ac:spMkLst>
        </pc:spChg>
        <pc:spChg chg="add mod">
          <ac:chgData name="Enrico van de Laar" userId="a1491e60-2902-4014-98d0-d7a2530d65dc" providerId="ADAL" clId="{65D55A24-3580-5A51-8936-C715321EB719}" dt="2026-08-11T12:40:18.301" v="7212" actId="2085"/>
          <ac:spMkLst>
            <pc:docMk/>
            <pc:sldMk cId="4105023611" sldId="272"/>
            <ac:spMk id="8" creationId="{5E7BB55D-96F1-F91F-6649-4AFF169085A7}"/>
          </ac:spMkLst>
        </pc:spChg>
        <pc:spChg chg="add mod">
          <ac:chgData name="Enrico van de Laar" userId="a1491e60-2902-4014-98d0-d7a2530d65dc" providerId="ADAL" clId="{65D55A24-3580-5A51-8936-C715321EB719}" dt="2026-08-11T12:40:19.901" v="7213" actId="2085"/>
          <ac:spMkLst>
            <pc:docMk/>
            <pc:sldMk cId="4105023611" sldId="272"/>
            <ac:spMk id="11" creationId="{5FEB22D2-7EA6-2B89-EA05-00F8E4687758}"/>
          </ac:spMkLst>
        </pc:spChg>
        <pc:spChg chg="add mod">
          <ac:chgData name="Enrico van de Laar" userId="a1491e60-2902-4014-98d0-d7a2530d65dc" providerId="ADAL" clId="{65D55A24-3580-5A51-8936-C715321EB719}" dt="2026-08-11T12:29:34.906" v="6710" actId="20577"/>
          <ac:spMkLst>
            <pc:docMk/>
            <pc:sldMk cId="4105023611" sldId="272"/>
            <ac:spMk id="12" creationId="{460D5AE4-43CF-9EA3-4BEE-6EE2CA0BC9EC}"/>
          </ac:spMkLst>
        </pc:spChg>
        <pc:spChg chg="add mod">
          <ac:chgData name="Enrico van de Laar" userId="a1491e60-2902-4014-98d0-d7a2530d65dc" providerId="ADAL" clId="{65D55A24-3580-5A51-8936-C715321EB719}" dt="2026-08-11T12:25:50.013" v="6610" actId="207"/>
          <ac:spMkLst>
            <pc:docMk/>
            <pc:sldMk cId="4105023611" sldId="272"/>
            <ac:spMk id="17" creationId="{BC323DC5-03DD-905E-0879-3AFEE522B150}"/>
          </ac:spMkLst>
        </pc:spChg>
        <pc:spChg chg="add mod">
          <ac:chgData name="Enrico van de Laar" userId="a1491e60-2902-4014-98d0-d7a2530d65dc" providerId="ADAL" clId="{65D55A24-3580-5A51-8936-C715321EB719}" dt="2026-08-11T12:26:06.073" v="6628" actId="20577"/>
          <ac:spMkLst>
            <pc:docMk/>
            <pc:sldMk cId="4105023611" sldId="272"/>
            <ac:spMk id="18" creationId="{78BDD08E-7320-2E8A-55A3-B1F55C505885}"/>
          </ac:spMkLst>
        </pc:spChg>
        <pc:spChg chg="add mod">
          <ac:chgData name="Enrico van de Laar" userId="a1491e60-2902-4014-98d0-d7a2530d65dc" providerId="ADAL" clId="{65D55A24-3580-5A51-8936-C715321EB719}" dt="2026-08-11T12:26:16.829" v="6643" actId="20577"/>
          <ac:spMkLst>
            <pc:docMk/>
            <pc:sldMk cId="4105023611" sldId="272"/>
            <ac:spMk id="19" creationId="{FBF8E4A2-D835-EF8E-0493-F774CF08029F}"/>
          </ac:spMkLst>
        </pc:spChg>
        <pc:spChg chg="add mod">
          <ac:chgData name="Enrico van de Laar" userId="a1491e60-2902-4014-98d0-d7a2530d65dc" providerId="ADAL" clId="{65D55A24-3580-5A51-8936-C715321EB719}" dt="2026-08-11T12:26:35.939" v="6667" actId="20577"/>
          <ac:spMkLst>
            <pc:docMk/>
            <pc:sldMk cId="4105023611" sldId="272"/>
            <ac:spMk id="20" creationId="{78D1CF74-A7AF-97AD-6C08-7A1368077E16}"/>
          </ac:spMkLst>
        </pc:spChg>
        <pc:spChg chg="add mod">
          <ac:chgData name="Enrico van de Laar" userId="a1491e60-2902-4014-98d0-d7a2530d65dc" providerId="ADAL" clId="{65D55A24-3580-5A51-8936-C715321EB719}" dt="2026-08-11T12:26:47.638" v="6684" actId="20577"/>
          <ac:spMkLst>
            <pc:docMk/>
            <pc:sldMk cId="4105023611" sldId="272"/>
            <ac:spMk id="21" creationId="{B47A872E-9EB9-D312-8514-86613E6444CB}"/>
          </ac:spMkLst>
        </pc:spChg>
        <pc:spChg chg="add mod">
          <ac:chgData name="Enrico van de Laar" userId="a1491e60-2902-4014-98d0-d7a2530d65dc" providerId="ADAL" clId="{65D55A24-3580-5A51-8936-C715321EB719}" dt="2026-08-11T12:50:22.307" v="7569" actId="14100"/>
          <ac:spMkLst>
            <pc:docMk/>
            <pc:sldMk cId="4105023611" sldId="272"/>
            <ac:spMk id="23" creationId="{3DBF9EAC-829A-9DB7-593F-23B85B689B44}"/>
          </ac:spMkLst>
        </pc:spChg>
        <pc:picChg chg="add mod">
          <ac:chgData name="Enrico van de Laar" userId="a1491e60-2902-4014-98d0-d7a2530d65dc" providerId="ADAL" clId="{65D55A24-3580-5A51-8936-C715321EB719}" dt="2026-08-11T12:50:25.967" v="7570" actId="1076"/>
          <ac:picMkLst>
            <pc:docMk/>
            <pc:sldMk cId="4105023611" sldId="272"/>
            <ac:picMk id="26" creationId="{5AD25DE1-7E3B-C62E-FF2D-83194C0513E0}"/>
          </ac:picMkLst>
        </pc:picChg>
        <pc:cxnChg chg="add mod">
          <ac:chgData name="Enrico van de Laar" userId="a1491e60-2902-4014-98d0-d7a2530d65dc" providerId="ADAL" clId="{65D55A24-3580-5A51-8936-C715321EB719}" dt="2026-08-11T12:29:14.148" v="6698" actId="1076"/>
          <ac:cxnSpMkLst>
            <pc:docMk/>
            <pc:sldMk cId="4105023611" sldId="272"/>
            <ac:cxnSpMk id="15" creationId="{205EEF94-3B63-D373-CC51-B9014439F756}"/>
          </ac:cxnSpMkLst>
        </pc:cxnChg>
      </pc:sldChg>
      <pc:sldChg chg="addSp delSp modSp add mod delAnim modAnim modNotesTx">
        <pc:chgData name="Enrico van de Laar" userId="a1491e60-2902-4014-98d0-d7a2530d65dc" providerId="ADAL" clId="{65D55A24-3580-5A51-8936-C715321EB719}" dt="2026-08-11T14:10:27.390" v="11174" actId="207"/>
        <pc:sldMkLst>
          <pc:docMk/>
          <pc:sldMk cId="3798676124" sldId="273"/>
        </pc:sldMkLst>
        <pc:spChg chg="mod">
          <ac:chgData name="Enrico van de Laar" userId="a1491e60-2902-4014-98d0-d7a2530d65dc" providerId="ADAL" clId="{65D55A24-3580-5A51-8936-C715321EB719}" dt="2026-08-11T13:11:05.661" v="8445" actId="20577"/>
          <ac:spMkLst>
            <pc:docMk/>
            <pc:sldMk cId="3798676124" sldId="273"/>
            <ac:spMk id="2" creationId="{6CF6729B-D99A-D22F-B3C4-875F5BCC6FD9}"/>
          </ac:spMkLst>
        </pc:spChg>
        <pc:spChg chg="mod">
          <ac:chgData name="Enrico van de Laar" userId="a1491e60-2902-4014-98d0-d7a2530d65dc" providerId="ADAL" clId="{65D55A24-3580-5A51-8936-C715321EB719}" dt="2026-08-11T13:01:30.364" v="7893" actId="6549"/>
          <ac:spMkLst>
            <pc:docMk/>
            <pc:sldMk cId="3798676124" sldId="273"/>
            <ac:spMk id="3" creationId="{944CB87E-09D0-2ACA-E737-01AEAB17E8CE}"/>
          </ac:spMkLst>
        </pc:spChg>
        <pc:spChg chg="mod">
          <ac:chgData name="Enrico van de Laar" userId="a1491e60-2902-4014-98d0-d7a2530d65dc" providerId="ADAL" clId="{65D55A24-3580-5A51-8936-C715321EB719}" dt="2026-08-11T13:03:14.008" v="7970" actId="1036"/>
          <ac:spMkLst>
            <pc:docMk/>
            <pc:sldMk cId="3798676124" sldId="273"/>
            <ac:spMk id="5" creationId="{E0AE576B-F826-66E5-D3DD-01E6B77BA71C}"/>
          </ac:spMkLst>
        </pc:spChg>
        <pc:spChg chg="mod">
          <ac:chgData name="Enrico van de Laar" userId="a1491e60-2902-4014-98d0-d7a2530d65dc" providerId="ADAL" clId="{65D55A24-3580-5A51-8936-C715321EB719}" dt="2026-08-11T13:03:14.008" v="7970" actId="1036"/>
          <ac:spMkLst>
            <pc:docMk/>
            <pc:sldMk cId="3798676124" sldId="273"/>
            <ac:spMk id="6" creationId="{47A4DB6C-C36A-6ADC-FFC0-99721B25E9A2}"/>
          </ac:spMkLst>
        </pc:spChg>
        <pc:spChg chg="mod">
          <ac:chgData name="Enrico van de Laar" userId="a1491e60-2902-4014-98d0-d7a2530d65dc" providerId="ADAL" clId="{65D55A24-3580-5A51-8936-C715321EB719}" dt="2026-08-11T13:03:14.008" v="7970" actId="1036"/>
          <ac:spMkLst>
            <pc:docMk/>
            <pc:sldMk cId="3798676124" sldId="273"/>
            <ac:spMk id="7" creationId="{92B40B7C-B280-B831-8220-D8A6A3AF0E8F}"/>
          </ac:spMkLst>
        </pc:spChg>
        <pc:spChg chg="mod">
          <ac:chgData name="Enrico van de Laar" userId="a1491e60-2902-4014-98d0-d7a2530d65dc" providerId="ADAL" clId="{65D55A24-3580-5A51-8936-C715321EB719}" dt="2026-08-11T13:03:14.008" v="7970" actId="1036"/>
          <ac:spMkLst>
            <pc:docMk/>
            <pc:sldMk cId="3798676124" sldId="273"/>
            <ac:spMk id="8" creationId="{6B275B9D-610A-51CF-9EAA-684B93235E3A}"/>
          </ac:spMkLst>
        </pc:spChg>
        <pc:spChg chg="add mod">
          <ac:chgData name="Enrico van de Laar" userId="a1491e60-2902-4014-98d0-d7a2530d65dc" providerId="ADAL" clId="{65D55A24-3580-5A51-8936-C715321EB719}" dt="2026-08-11T14:10:23.161" v="11173" actId="207"/>
          <ac:spMkLst>
            <pc:docMk/>
            <pc:sldMk cId="3798676124" sldId="273"/>
            <ac:spMk id="10" creationId="{C921B1AF-6F9E-5F9F-3882-12024B8CC00E}"/>
          </ac:spMkLst>
        </pc:spChg>
        <pc:spChg chg="mod">
          <ac:chgData name="Enrico van de Laar" userId="a1491e60-2902-4014-98d0-d7a2530d65dc" providerId="ADAL" clId="{65D55A24-3580-5A51-8936-C715321EB719}" dt="2026-08-11T13:03:14.008" v="7970" actId="1036"/>
          <ac:spMkLst>
            <pc:docMk/>
            <pc:sldMk cId="3798676124" sldId="273"/>
            <ac:spMk id="11" creationId="{E15F74F0-1F29-E9E1-2969-BD6EC4624841}"/>
          </ac:spMkLst>
        </pc:spChg>
        <pc:spChg chg="add mod">
          <ac:chgData name="Enrico van de Laar" userId="a1491e60-2902-4014-98d0-d7a2530d65dc" providerId="ADAL" clId="{65D55A24-3580-5A51-8936-C715321EB719}" dt="2026-08-11T14:10:21.455" v="11172" actId="207"/>
          <ac:spMkLst>
            <pc:docMk/>
            <pc:sldMk cId="3798676124" sldId="273"/>
            <ac:spMk id="13" creationId="{E1BFE618-E74F-0387-208A-BB0C4DE300D2}"/>
          </ac:spMkLst>
        </pc:spChg>
        <pc:spChg chg="add mod">
          <ac:chgData name="Enrico van de Laar" userId="a1491e60-2902-4014-98d0-d7a2530d65dc" providerId="ADAL" clId="{65D55A24-3580-5A51-8936-C715321EB719}" dt="2026-08-11T14:10:27.390" v="11174" actId="207"/>
          <ac:spMkLst>
            <pc:docMk/>
            <pc:sldMk cId="3798676124" sldId="273"/>
            <ac:spMk id="16" creationId="{F1CCACFA-C833-ABE4-84FA-FE5D4CB7CCF1}"/>
          </ac:spMkLst>
        </pc:spChg>
        <pc:spChg chg="mod">
          <ac:chgData name="Enrico van de Laar" userId="a1491e60-2902-4014-98d0-d7a2530d65dc" providerId="ADAL" clId="{65D55A24-3580-5A51-8936-C715321EB719}" dt="2026-08-11T13:03:14.008" v="7970" actId="1036"/>
          <ac:spMkLst>
            <pc:docMk/>
            <pc:sldMk cId="3798676124" sldId="273"/>
            <ac:spMk id="17" creationId="{3C33DCB5-958D-48E7-9A78-E4B74A9D6B16}"/>
          </ac:spMkLst>
        </pc:spChg>
        <pc:spChg chg="mod">
          <ac:chgData name="Enrico van de Laar" userId="a1491e60-2902-4014-98d0-d7a2530d65dc" providerId="ADAL" clId="{65D55A24-3580-5A51-8936-C715321EB719}" dt="2026-08-11T13:03:14.008" v="7970" actId="1036"/>
          <ac:spMkLst>
            <pc:docMk/>
            <pc:sldMk cId="3798676124" sldId="273"/>
            <ac:spMk id="18" creationId="{F17D3205-3B11-6705-63F9-50A40CE6BCED}"/>
          </ac:spMkLst>
        </pc:spChg>
        <pc:spChg chg="mod">
          <ac:chgData name="Enrico van de Laar" userId="a1491e60-2902-4014-98d0-d7a2530d65dc" providerId="ADAL" clId="{65D55A24-3580-5A51-8936-C715321EB719}" dt="2026-08-11T13:03:14.008" v="7970" actId="1036"/>
          <ac:spMkLst>
            <pc:docMk/>
            <pc:sldMk cId="3798676124" sldId="273"/>
            <ac:spMk id="19" creationId="{BE1A596E-C8BA-5EC4-A2F3-47DFD34765D8}"/>
          </ac:spMkLst>
        </pc:spChg>
        <pc:spChg chg="mod">
          <ac:chgData name="Enrico van de Laar" userId="a1491e60-2902-4014-98d0-d7a2530d65dc" providerId="ADAL" clId="{65D55A24-3580-5A51-8936-C715321EB719}" dt="2026-08-11T13:03:14.008" v="7970" actId="1036"/>
          <ac:spMkLst>
            <pc:docMk/>
            <pc:sldMk cId="3798676124" sldId="273"/>
            <ac:spMk id="20" creationId="{76729A48-5F0A-8979-FECD-79137F4FBF5D}"/>
          </ac:spMkLst>
        </pc:spChg>
        <pc:spChg chg="mod">
          <ac:chgData name="Enrico van de Laar" userId="a1491e60-2902-4014-98d0-d7a2530d65dc" providerId="ADAL" clId="{65D55A24-3580-5A51-8936-C715321EB719}" dt="2026-08-11T13:03:14.008" v="7970" actId="1036"/>
          <ac:spMkLst>
            <pc:docMk/>
            <pc:sldMk cId="3798676124" sldId="273"/>
            <ac:spMk id="21" creationId="{192456D9-0AC7-3E43-EDA0-71BDC8F28CD9}"/>
          </ac:spMkLst>
        </pc:spChg>
        <pc:spChg chg="add mod">
          <ac:chgData name="Enrico van de Laar" userId="a1491e60-2902-4014-98d0-d7a2530d65dc" providerId="ADAL" clId="{65D55A24-3580-5A51-8936-C715321EB719}" dt="2026-08-11T14:10:27.390" v="11174" actId="207"/>
          <ac:spMkLst>
            <pc:docMk/>
            <pc:sldMk cId="3798676124" sldId="273"/>
            <ac:spMk id="22" creationId="{CA224B6F-2DB7-15D3-C773-BFF5274A741D}"/>
          </ac:spMkLst>
        </pc:spChg>
        <pc:spChg chg="add mod">
          <ac:chgData name="Enrico van de Laar" userId="a1491e60-2902-4014-98d0-d7a2530d65dc" providerId="ADAL" clId="{65D55A24-3580-5A51-8936-C715321EB719}" dt="2026-08-11T14:10:27.390" v="11174" actId="207"/>
          <ac:spMkLst>
            <pc:docMk/>
            <pc:sldMk cId="3798676124" sldId="273"/>
            <ac:spMk id="24" creationId="{D8848BE1-708E-0AD9-005C-47D9C36F2A1F}"/>
          </ac:spMkLst>
        </pc:spChg>
        <pc:spChg chg="add mod">
          <ac:chgData name="Enrico van de Laar" userId="a1491e60-2902-4014-98d0-d7a2530d65dc" providerId="ADAL" clId="{65D55A24-3580-5A51-8936-C715321EB719}" dt="2026-08-11T14:10:27.390" v="11174" actId="207"/>
          <ac:spMkLst>
            <pc:docMk/>
            <pc:sldMk cId="3798676124" sldId="273"/>
            <ac:spMk id="25" creationId="{B2CF4C02-1784-BD5E-5189-E07EAA252B5D}"/>
          </ac:spMkLst>
        </pc:spChg>
      </pc:sldChg>
      <pc:sldChg chg="addSp delSp modSp add mod ord modNotesTx">
        <pc:chgData name="Enrico van de Laar" userId="a1491e60-2902-4014-98d0-d7a2530d65dc" providerId="ADAL" clId="{65D55A24-3580-5A51-8936-C715321EB719}" dt="2026-08-11T14:10:48.561" v="11176" actId="207"/>
        <pc:sldMkLst>
          <pc:docMk/>
          <pc:sldMk cId="580722721" sldId="274"/>
        </pc:sldMkLst>
        <pc:spChg chg="mod">
          <ac:chgData name="Enrico van de Laar" userId="a1491e60-2902-4014-98d0-d7a2530d65dc" providerId="ADAL" clId="{65D55A24-3580-5A51-8936-C715321EB719}" dt="2026-08-11T13:11:08.355" v="8448" actId="20577"/>
          <ac:spMkLst>
            <pc:docMk/>
            <pc:sldMk cId="580722721" sldId="274"/>
            <ac:spMk id="2" creationId="{79B3671E-A52B-16E0-E192-DACA155B4E29}"/>
          </ac:spMkLst>
        </pc:spChg>
        <pc:spChg chg="mod">
          <ac:chgData name="Enrico van de Laar" userId="a1491e60-2902-4014-98d0-d7a2530d65dc" providerId="ADAL" clId="{65D55A24-3580-5A51-8936-C715321EB719}" dt="2026-08-11T14:10:42.806" v="11175" actId="207"/>
          <ac:spMkLst>
            <pc:docMk/>
            <pc:sldMk cId="580722721" sldId="274"/>
            <ac:spMk id="3" creationId="{885CFB5A-C2B5-57F4-CB90-C6B2784ACAEF}"/>
          </ac:spMkLst>
        </pc:spChg>
        <pc:spChg chg="mod">
          <ac:chgData name="Enrico van de Laar" userId="a1491e60-2902-4014-98d0-d7a2530d65dc" providerId="ADAL" clId="{65D55A24-3580-5A51-8936-C715321EB719}" dt="2026-08-11T14:10:48.561" v="11176" actId="207"/>
          <ac:spMkLst>
            <pc:docMk/>
            <pc:sldMk cId="580722721" sldId="274"/>
            <ac:spMk id="5" creationId="{D80AF8E8-44B0-5AAD-ABC3-9C0C37F0A92B}"/>
          </ac:spMkLst>
        </pc:spChg>
        <pc:spChg chg="mod">
          <ac:chgData name="Enrico van de Laar" userId="a1491e60-2902-4014-98d0-d7a2530d65dc" providerId="ADAL" clId="{65D55A24-3580-5A51-8936-C715321EB719}" dt="2026-08-11T13:18:57.743" v="8511"/>
          <ac:spMkLst>
            <pc:docMk/>
            <pc:sldMk cId="580722721" sldId="274"/>
            <ac:spMk id="7" creationId="{D77D5B18-5AC5-D4AF-1ABC-228E3421D672}"/>
          </ac:spMkLst>
        </pc:spChg>
        <pc:spChg chg="add mod">
          <ac:chgData name="Enrico van de Laar" userId="a1491e60-2902-4014-98d0-d7a2530d65dc" providerId="ADAL" clId="{65D55A24-3580-5A51-8936-C715321EB719}" dt="2026-08-11T13:19:15.731" v="8529" actId="1076"/>
          <ac:spMkLst>
            <pc:docMk/>
            <pc:sldMk cId="580722721" sldId="274"/>
            <ac:spMk id="8" creationId="{F11C053A-EBAC-1126-C35B-BE89DD7E60CC}"/>
          </ac:spMkLst>
        </pc:spChg>
        <pc:spChg chg="add mod">
          <ac:chgData name="Enrico van de Laar" userId="a1491e60-2902-4014-98d0-d7a2530d65dc" providerId="ADAL" clId="{65D55A24-3580-5A51-8936-C715321EB719}" dt="2026-08-11T13:19:28.448" v="8547" actId="20577"/>
          <ac:spMkLst>
            <pc:docMk/>
            <pc:sldMk cId="580722721" sldId="274"/>
            <ac:spMk id="9" creationId="{3ECF0727-4375-E778-ED32-29B418F3020C}"/>
          </ac:spMkLst>
        </pc:spChg>
        <pc:spChg chg="add mod">
          <ac:chgData name="Enrico van de Laar" userId="a1491e60-2902-4014-98d0-d7a2530d65dc" providerId="ADAL" clId="{65D55A24-3580-5A51-8936-C715321EB719}" dt="2026-08-11T14:10:42.806" v="11175" actId="207"/>
          <ac:spMkLst>
            <pc:docMk/>
            <pc:sldMk cId="580722721" sldId="274"/>
            <ac:spMk id="12" creationId="{24CD2474-1D0A-D594-09B9-92695347CCCD}"/>
          </ac:spMkLst>
        </pc:spChg>
        <pc:spChg chg="add mod">
          <ac:chgData name="Enrico van de Laar" userId="a1491e60-2902-4014-98d0-d7a2530d65dc" providerId="ADAL" clId="{65D55A24-3580-5A51-8936-C715321EB719}" dt="2026-08-11T14:10:48.561" v="11176" actId="207"/>
          <ac:spMkLst>
            <pc:docMk/>
            <pc:sldMk cId="580722721" sldId="274"/>
            <ac:spMk id="15" creationId="{6BA4337E-8553-6737-1056-2857735BAD51}"/>
          </ac:spMkLst>
        </pc:spChg>
        <pc:spChg chg="add mod">
          <ac:chgData name="Enrico van de Laar" userId="a1491e60-2902-4014-98d0-d7a2530d65dc" providerId="ADAL" clId="{65D55A24-3580-5A51-8936-C715321EB719}" dt="2026-08-11T14:10:42.806" v="11175" actId="207"/>
          <ac:spMkLst>
            <pc:docMk/>
            <pc:sldMk cId="580722721" sldId="274"/>
            <ac:spMk id="16" creationId="{EA5CE961-9437-59F0-DFFC-AF1D75230441}"/>
          </ac:spMkLst>
        </pc:spChg>
        <pc:spChg chg="add mod">
          <ac:chgData name="Enrico van de Laar" userId="a1491e60-2902-4014-98d0-d7a2530d65dc" providerId="ADAL" clId="{65D55A24-3580-5A51-8936-C715321EB719}" dt="2026-08-11T14:10:48.561" v="11176" actId="207"/>
          <ac:spMkLst>
            <pc:docMk/>
            <pc:sldMk cId="580722721" sldId="274"/>
            <ac:spMk id="17" creationId="{6ACF4D47-E8EF-736D-DF4F-FE9095DE1BEC}"/>
          </ac:spMkLst>
        </pc:spChg>
        <pc:spChg chg="add mod">
          <ac:chgData name="Enrico van de Laar" userId="a1491e60-2902-4014-98d0-d7a2530d65dc" providerId="ADAL" clId="{65D55A24-3580-5A51-8936-C715321EB719}" dt="2026-08-11T14:10:42.806" v="11175" actId="207"/>
          <ac:spMkLst>
            <pc:docMk/>
            <pc:sldMk cId="580722721" sldId="274"/>
            <ac:spMk id="18" creationId="{A3C9BA8C-40E1-814C-BCF6-879855C3B931}"/>
          </ac:spMkLst>
        </pc:spChg>
        <pc:spChg chg="add mod">
          <ac:chgData name="Enrico van de Laar" userId="a1491e60-2902-4014-98d0-d7a2530d65dc" providerId="ADAL" clId="{65D55A24-3580-5A51-8936-C715321EB719}" dt="2026-08-11T14:10:48.561" v="11176" actId="207"/>
          <ac:spMkLst>
            <pc:docMk/>
            <pc:sldMk cId="580722721" sldId="274"/>
            <ac:spMk id="19" creationId="{7162ED94-56FB-DE1D-0462-C89CD449987F}"/>
          </ac:spMkLst>
        </pc:spChg>
      </pc:sldChg>
      <pc:sldChg chg="addSp delSp modSp add mod modNotesTx">
        <pc:chgData name="Enrico van de Laar" userId="a1491e60-2902-4014-98d0-d7a2530d65dc" providerId="ADAL" clId="{65D55A24-3580-5A51-8936-C715321EB719}" dt="2026-08-11T13:30:08.012" v="9551" actId="20577"/>
        <pc:sldMkLst>
          <pc:docMk/>
          <pc:sldMk cId="3192806211" sldId="275"/>
        </pc:sldMkLst>
        <pc:spChg chg="add mod">
          <ac:chgData name="Enrico van de Laar" userId="a1491e60-2902-4014-98d0-d7a2530d65dc" providerId="ADAL" clId="{65D55A24-3580-5A51-8936-C715321EB719}" dt="2026-08-11T13:28:48.187" v="9324" actId="1076"/>
          <ac:spMkLst>
            <pc:docMk/>
            <pc:sldMk cId="3192806211" sldId="275"/>
            <ac:spMk id="4" creationId="{673E1D91-C36A-3EB7-C843-69C6260B5057}"/>
          </ac:spMkLst>
        </pc:spChg>
        <pc:spChg chg="add mod">
          <ac:chgData name="Enrico van de Laar" userId="a1491e60-2902-4014-98d0-d7a2530d65dc" providerId="ADAL" clId="{65D55A24-3580-5A51-8936-C715321EB719}" dt="2026-08-11T13:28:42.084" v="9323" actId="1076"/>
          <ac:spMkLst>
            <pc:docMk/>
            <pc:sldMk cId="3192806211" sldId="275"/>
            <ac:spMk id="6" creationId="{B1C65AE9-1FF9-151B-83EE-F5153C44BC0D}"/>
          </ac:spMkLst>
        </pc:spChg>
        <pc:spChg chg="mod">
          <ac:chgData name="Enrico van de Laar" userId="a1491e60-2902-4014-98d0-d7a2530d65dc" providerId="ADAL" clId="{65D55A24-3580-5A51-8936-C715321EB719}" dt="2026-08-11T13:25:58.759" v="9057" actId="20577"/>
          <ac:spMkLst>
            <pc:docMk/>
            <pc:sldMk cId="3192806211" sldId="275"/>
            <ac:spMk id="7" creationId="{3CC12996-B409-3165-6F8D-464433C0132F}"/>
          </ac:spMkLst>
        </pc:spChg>
      </pc:sldChg>
      <pc:sldChg chg="addSp delSp modSp add mod ord modTransition setBg delAnim modAnim modNotesTx">
        <pc:chgData name="Enrico van de Laar" userId="a1491e60-2902-4014-98d0-d7a2530d65dc" providerId="ADAL" clId="{65D55A24-3580-5A51-8936-C715321EB719}" dt="2026-08-20T12:21:39.234" v="14620"/>
        <pc:sldMkLst>
          <pc:docMk/>
          <pc:sldMk cId="3277491862" sldId="277"/>
        </pc:sldMkLst>
        <pc:spChg chg="mod">
          <ac:chgData name="Enrico van de Laar" userId="a1491e60-2902-4014-98d0-d7a2530d65dc" providerId="ADAL" clId="{65D55A24-3580-5A51-8936-C715321EB719}" dt="2026-08-11T13:50:53.462" v="10609" actId="20577"/>
          <ac:spMkLst>
            <pc:docMk/>
            <pc:sldMk cId="3277491862" sldId="277"/>
            <ac:spMk id="2" creationId="{ADC35244-9384-0516-9B08-4CA194A7C198}"/>
          </ac:spMkLst>
        </pc:spChg>
        <pc:spChg chg="mod">
          <ac:chgData name="Enrico van de Laar" userId="a1491e60-2902-4014-98d0-d7a2530d65dc" providerId="ADAL" clId="{65D55A24-3580-5A51-8936-C715321EB719}" dt="2026-08-11T13:36:49.337" v="9608" actId="20577"/>
          <ac:spMkLst>
            <pc:docMk/>
            <pc:sldMk cId="3277491862" sldId="277"/>
            <ac:spMk id="3" creationId="{75136A51-E81C-A84D-3A9C-0E2518EC70FB}"/>
          </ac:spMkLst>
        </pc:spChg>
        <pc:spChg chg="add del mod">
          <ac:chgData name="Enrico van de Laar" userId="a1491e60-2902-4014-98d0-d7a2530d65dc" providerId="ADAL" clId="{65D55A24-3580-5A51-8936-C715321EB719}" dt="2026-08-20T12:21:36.681" v="14619" actId="478"/>
          <ac:spMkLst>
            <pc:docMk/>
            <pc:sldMk cId="3277491862" sldId="277"/>
            <ac:spMk id="25" creationId="{D29D63A4-5B2E-E6A2-C12D-9674FA8E70A1}"/>
          </ac:spMkLst>
        </pc:spChg>
        <pc:spChg chg="add mod">
          <ac:chgData name="Enrico van de Laar" userId="a1491e60-2902-4014-98d0-d7a2530d65dc" providerId="ADAL" clId="{65D55A24-3580-5A51-8936-C715321EB719}" dt="2026-08-11T14:02:52.775" v="11120" actId="164"/>
          <ac:spMkLst>
            <pc:docMk/>
            <pc:sldMk cId="3277491862" sldId="277"/>
            <ac:spMk id="27" creationId="{66D5219C-19A3-4456-1D4F-30766BE3B686}"/>
          </ac:spMkLst>
        </pc:spChg>
        <pc:spChg chg="add mod">
          <ac:chgData name="Enrico van de Laar" userId="a1491e60-2902-4014-98d0-d7a2530d65dc" providerId="ADAL" clId="{65D55A24-3580-5A51-8936-C715321EB719}" dt="2026-08-11T14:02:52.775" v="11120" actId="164"/>
          <ac:spMkLst>
            <pc:docMk/>
            <pc:sldMk cId="3277491862" sldId="277"/>
            <ac:spMk id="28" creationId="{74846F17-B74C-CA79-607D-CF1AE66C6E89}"/>
          </ac:spMkLst>
        </pc:spChg>
        <pc:spChg chg="add mod">
          <ac:chgData name="Enrico van de Laar" userId="a1491e60-2902-4014-98d0-d7a2530d65dc" providerId="ADAL" clId="{65D55A24-3580-5A51-8936-C715321EB719}" dt="2026-08-11T14:02:49.319" v="11119" actId="164"/>
          <ac:spMkLst>
            <pc:docMk/>
            <pc:sldMk cId="3277491862" sldId="277"/>
            <ac:spMk id="29" creationId="{05CDE87F-E5A6-5E32-4F36-D46487F558EA}"/>
          </ac:spMkLst>
        </pc:spChg>
        <pc:spChg chg="add mod">
          <ac:chgData name="Enrico van de Laar" userId="a1491e60-2902-4014-98d0-d7a2530d65dc" providerId="ADAL" clId="{65D55A24-3580-5A51-8936-C715321EB719}" dt="2026-08-11T14:05:54.977" v="11169" actId="20577"/>
          <ac:spMkLst>
            <pc:docMk/>
            <pc:sldMk cId="3277491862" sldId="277"/>
            <ac:spMk id="30" creationId="{BC43F68E-718F-4AEA-640B-D896FA248BF7}"/>
          </ac:spMkLst>
        </pc:spChg>
        <pc:spChg chg="add mod">
          <ac:chgData name="Enrico van de Laar" userId="a1491e60-2902-4014-98d0-d7a2530d65dc" providerId="ADAL" clId="{65D55A24-3580-5A51-8936-C715321EB719}" dt="2026-08-11T14:02:46.306" v="11118" actId="164"/>
          <ac:spMkLst>
            <pc:docMk/>
            <pc:sldMk cId="3277491862" sldId="277"/>
            <ac:spMk id="31" creationId="{E83F4025-2BCD-9D7F-C512-C3BAED04DEA0}"/>
          </ac:spMkLst>
        </pc:spChg>
        <pc:spChg chg="add mod">
          <ac:chgData name="Enrico van de Laar" userId="a1491e60-2902-4014-98d0-d7a2530d65dc" providerId="ADAL" clId="{65D55A24-3580-5A51-8936-C715321EB719}" dt="2026-08-11T14:02:46.306" v="11118" actId="164"/>
          <ac:spMkLst>
            <pc:docMk/>
            <pc:sldMk cId="3277491862" sldId="277"/>
            <ac:spMk id="32" creationId="{922C5ED2-68FF-65CA-54EB-C9ED8106D6DB}"/>
          </ac:spMkLst>
        </pc:spChg>
        <pc:spChg chg="add mod">
          <ac:chgData name="Enrico van de Laar" userId="a1491e60-2902-4014-98d0-d7a2530d65dc" providerId="ADAL" clId="{65D55A24-3580-5A51-8936-C715321EB719}" dt="2026-08-11T14:02:39.652" v="11117" actId="164"/>
          <ac:spMkLst>
            <pc:docMk/>
            <pc:sldMk cId="3277491862" sldId="277"/>
            <ac:spMk id="33" creationId="{FAF97AB8-0750-B2FB-2ACE-51B849EC7EFD}"/>
          </ac:spMkLst>
        </pc:spChg>
        <pc:spChg chg="add mod">
          <ac:chgData name="Enrico van de Laar" userId="a1491e60-2902-4014-98d0-d7a2530d65dc" providerId="ADAL" clId="{65D55A24-3580-5A51-8936-C715321EB719}" dt="2026-08-11T14:02:39.652" v="11117" actId="164"/>
          <ac:spMkLst>
            <pc:docMk/>
            <pc:sldMk cId="3277491862" sldId="277"/>
            <ac:spMk id="34" creationId="{FC428B37-AA56-98E3-680E-A56866CF89E6}"/>
          </ac:spMkLst>
        </pc:spChg>
        <pc:spChg chg="add mod">
          <ac:chgData name="Enrico van de Laar" userId="a1491e60-2902-4014-98d0-d7a2530d65dc" providerId="ADAL" clId="{65D55A24-3580-5A51-8936-C715321EB719}" dt="2026-08-11T14:02:36.562" v="11116" actId="164"/>
          <ac:spMkLst>
            <pc:docMk/>
            <pc:sldMk cId="3277491862" sldId="277"/>
            <ac:spMk id="35" creationId="{4175FC86-483F-FBE1-FDFC-679CC03E6807}"/>
          </ac:spMkLst>
        </pc:spChg>
        <pc:spChg chg="add mod">
          <ac:chgData name="Enrico van de Laar" userId="a1491e60-2902-4014-98d0-d7a2530d65dc" providerId="ADAL" clId="{65D55A24-3580-5A51-8936-C715321EB719}" dt="2026-08-11T14:02:36.562" v="11116" actId="164"/>
          <ac:spMkLst>
            <pc:docMk/>
            <pc:sldMk cId="3277491862" sldId="277"/>
            <ac:spMk id="36" creationId="{EE9F6FF2-C9CB-B3E5-B74E-3F738D9F63FF}"/>
          </ac:spMkLst>
        </pc:spChg>
        <pc:spChg chg="add mod">
          <ac:chgData name="Enrico van de Laar" userId="a1491e60-2902-4014-98d0-d7a2530d65dc" providerId="ADAL" clId="{65D55A24-3580-5A51-8936-C715321EB719}" dt="2026-08-11T14:02:33.432" v="11115" actId="164"/>
          <ac:spMkLst>
            <pc:docMk/>
            <pc:sldMk cId="3277491862" sldId="277"/>
            <ac:spMk id="37" creationId="{AFC08618-35B6-B043-5D95-C834B3F43E1D}"/>
          </ac:spMkLst>
        </pc:spChg>
        <pc:spChg chg="add mod">
          <ac:chgData name="Enrico van de Laar" userId="a1491e60-2902-4014-98d0-d7a2530d65dc" providerId="ADAL" clId="{65D55A24-3580-5A51-8936-C715321EB719}" dt="2026-08-14T11:57:54.030" v="14064" actId="20577"/>
          <ac:spMkLst>
            <pc:docMk/>
            <pc:sldMk cId="3277491862" sldId="277"/>
            <ac:spMk id="38" creationId="{2BDD1CC2-5D30-1527-87F6-194C7B8FD72A}"/>
          </ac:spMkLst>
        </pc:spChg>
        <pc:spChg chg="add mod">
          <ac:chgData name="Enrico van de Laar" userId="a1491e60-2902-4014-98d0-d7a2530d65dc" providerId="ADAL" clId="{65D55A24-3580-5A51-8936-C715321EB719}" dt="2026-08-11T14:02:28.056" v="11114" actId="164"/>
          <ac:spMkLst>
            <pc:docMk/>
            <pc:sldMk cId="3277491862" sldId="277"/>
            <ac:spMk id="39" creationId="{66D0888C-3D3F-4D8B-8A8E-477F1479AEC4}"/>
          </ac:spMkLst>
        </pc:spChg>
        <pc:spChg chg="add mod">
          <ac:chgData name="Enrico van de Laar" userId="a1491e60-2902-4014-98d0-d7a2530d65dc" providerId="ADAL" clId="{65D55A24-3580-5A51-8936-C715321EB719}" dt="2026-08-11T14:06:11.432" v="11171" actId="20577"/>
          <ac:spMkLst>
            <pc:docMk/>
            <pc:sldMk cId="3277491862" sldId="277"/>
            <ac:spMk id="40" creationId="{E861C963-B817-2B10-2498-8370062C1174}"/>
          </ac:spMkLst>
        </pc:spChg>
        <pc:spChg chg="add mod">
          <ac:chgData name="Enrico van de Laar" userId="a1491e60-2902-4014-98d0-d7a2530d65dc" providerId="ADAL" clId="{65D55A24-3580-5A51-8936-C715321EB719}" dt="2026-08-11T14:02:55.700" v="11121" actId="164"/>
          <ac:spMkLst>
            <pc:docMk/>
            <pc:sldMk cId="3277491862" sldId="277"/>
            <ac:spMk id="41" creationId="{9A443570-5CE4-E531-A58C-4C57A8A24C0F}"/>
          </ac:spMkLst>
        </pc:spChg>
        <pc:spChg chg="add mod">
          <ac:chgData name="Enrico van de Laar" userId="a1491e60-2902-4014-98d0-d7a2530d65dc" providerId="ADAL" clId="{65D55A24-3580-5A51-8936-C715321EB719}" dt="2026-08-11T14:02:55.700" v="11121" actId="164"/>
          <ac:spMkLst>
            <pc:docMk/>
            <pc:sldMk cId="3277491862" sldId="277"/>
            <ac:spMk id="43" creationId="{D9E288FB-ECDA-9404-5744-6AFC6F7504F2}"/>
          </ac:spMkLst>
        </pc:spChg>
        <pc:spChg chg="add mod">
          <ac:chgData name="Enrico van de Laar" userId="a1491e60-2902-4014-98d0-d7a2530d65dc" providerId="ADAL" clId="{65D55A24-3580-5A51-8936-C715321EB719}" dt="2026-08-11T14:02:58.174" v="11122" actId="164"/>
          <ac:spMkLst>
            <pc:docMk/>
            <pc:sldMk cId="3277491862" sldId="277"/>
            <ac:spMk id="44" creationId="{2F01150A-C1EC-A6F6-CAB7-4525A1F2B3C7}"/>
          </ac:spMkLst>
        </pc:spChg>
        <pc:spChg chg="add mod">
          <ac:chgData name="Enrico van de Laar" userId="a1491e60-2902-4014-98d0-d7a2530d65dc" providerId="ADAL" clId="{65D55A24-3580-5A51-8936-C715321EB719}" dt="2026-08-11T14:02:58.174" v="11122" actId="164"/>
          <ac:spMkLst>
            <pc:docMk/>
            <pc:sldMk cId="3277491862" sldId="277"/>
            <ac:spMk id="45" creationId="{0A0681D6-0733-AC15-1B84-59F35FD325FB}"/>
          </ac:spMkLst>
        </pc:spChg>
        <pc:grpChg chg="add mod">
          <ac:chgData name="Enrico van de Laar" userId="a1491e60-2902-4014-98d0-d7a2530d65dc" providerId="ADAL" clId="{65D55A24-3580-5A51-8936-C715321EB719}" dt="2026-08-11T14:02:28.056" v="11114" actId="164"/>
          <ac:grpSpMkLst>
            <pc:docMk/>
            <pc:sldMk cId="3277491862" sldId="277"/>
            <ac:grpSpMk id="46" creationId="{7843BE52-155F-4F08-28B4-DAD5A8FF6059}"/>
          </ac:grpSpMkLst>
        </pc:grpChg>
        <pc:grpChg chg="add mod">
          <ac:chgData name="Enrico van de Laar" userId="a1491e60-2902-4014-98d0-d7a2530d65dc" providerId="ADAL" clId="{65D55A24-3580-5A51-8936-C715321EB719}" dt="2026-08-11T14:02:33.432" v="11115" actId="164"/>
          <ac:grpSpMkLst>
            <pc:docMk/>
            <pc:sldMk cId="3277491862" sldId="277"/>
            <ac:grpSpMk id="47" creationId="{D8DE10E0-8412-48A2-97C0-3A0FA4B35727}"/>
          </ac:grpSpMkLst>
        </pc:grpChg>
        <pc:grpChg chg="add mod">
          <ac:chgData name="Enrico van de Laar" userId="a1491e60-2902-4014-98d0-d7a2530d65dc" providerId="ADAL" clId="{65D55A24-3580-5A51-8936-C715321EB719}" dt="2026-08-11T14:02:36.562" v="11116" actId="164"/>
          <ac:grpSpMkLst>
            <pc:docMk/>
            <pc:sldMk cId="3277491862" sldId="277"/>
            <ac:grpSpMk id="48" creationId="{938AFA64-0BF4-6BA8-9A0D-609041DA909B}"/>
          </ac:grpSpMkLst>
        </pc:grpChg>
        <pc:grpChg chg="add mod">
          <ac:chgData name="Enrico van de Laar" userId="a1491e60-2902-4014-98d0-d7a2530d65dc" providerId="ADAL" clId="{65D55A24-3580-5A51-8936-C715321EB719}" dt="2026-08-11T14:02:39.652" v="11117" actId="164"/>
          <ac:grpSpMkLst>
            <pc:docMk/>
            <pc:sldMk cId="3277491862" sldId="277"/>
            <ac:grpSpMk id="49" creationId="{7D5CBD01-D9C0-03F7-6B84-438790ECB3A6}"/>
          </ac:grpSpMkLst>
        </pc:grpChg>
        <pc:grpChg chg="add mod">
          <ac:chgData name="Enrico van de Laar" userId="a1491e60-2902-4014-98d0-d7a2530d65dc" providerId="ADAL" clId="{65D55A24-3580-5A51-8936-C715321EB719}" dt="2026-08-11T14:02:46.306" v="11118" actId="164"/>
          <ac:grpSpMkLst>
            <pc:docMk/>
            <pc:sldMk cId="3277491862" sldId="277"/>
            <ac:grpSpMk id="50" creationId="{F6FA4C9F-1976-E6A7-B7DA-A230E4CA0C28}"/>
          </ac:grpSpMkLst>
        </pc:grpChg>
        <pc:grpChg chg="add mod">
          <ac:chgData name="Enrico van de Laar" userId="a1491e60-2902-4014-98d0-d7a2530d65dc" providerId="ADAL" clId="{65D55A24-3580-5A51-8936-C715321EB719}" dt="2026-08-11T14:02:49.319" v="11119" actId="164"/>
          <ac:grpSpMkLst>
            <pc:docMk/>
            <pc:sldMk cId="3277491862" sldId="277"/>
            <ac:grpSpMk id="51" creationId="{FB8B9174-840C-EAC1-EFE0-DD353CAC5434}"/>
          </ac:grpSpMkLst>
        </pc:grpChg>
        <pc:grpChg chg="add mod">
          <ac:chgData name="Enrico van de Laar" userId="a1491e60-2902-4014-98d0-d7a2530d65dc" providerId="ADAL" clId="{65D55A24-3580-5A51-8936-C715321EB719}" dt="2026-08-11T14:02:52.775" v="11120" actId="164"/>
          <ac:grpSpMkLst>
            <pc:docMk/>
            <pc:sldMk cId="3277491862" sldId="277"/>
            <ac:grpSpMk id="52" creationId="{72F04BC0-11E9-4F13-6E78-735E3F85C90C}"/>
          </ac:grpSpMkLst>
        </pc:grpChg>
        <pc:grpChg chg="add mod">
          <ac:chgData name="Enrico van de Laar" userId="a1491e60-2902-4014-98d0-d7a2530d65dc" providerId="ADAL" clId="{65D55A24-3580-5A51-8936-C715321EB719}" dt="2026-08-11T14:02:55.700" v="11121" actId="164"/>
          <ac:grpSpMkLst>
            <pc:docMk/>
            <pc:sldMk cId="3277491862" sldId="277"/>
            <ac:grpSpMk id="53" creationId="{C4F62D54-8ADB-17AB-D8E2-3ADAF81AF88C}"/>
          </ac:grpSpMkLst>
        </pc:grpChg>
        <pc:grpChg chg="add mod">
          <ac:chgData name="Enrico van de Laar" userId="a1491e60-2902-4014-98d0-d7a2530d65dc" providerId="ADAL" clId="{65D55A24-3580-5A51-8936-C715321EB719}" dt="2026-08-11T14:02:58.174" v="11122" actId="164"/>
          <ac:grpSpMkLst>
            <pc:docMk/>
            <pc:sldMk cId="3277491862" sldId="277"/>
            <ac:grpSpMk id="54" creationId="{332B0CE4-0B85-D1C4-BC72-0D4E2895F933}"/>
          </ac:grpSpMkLst>
        </pc:grpChg>
      </pc:sldChg>
      <pc:sldChg chg="addSp delSp modSp add mod ord modNotesTx">
        <pc:chgData name="Enrico van de Laar" userId="a1491e60-2902-4014-98d0-d7a2530d65dc" providerId="ADAL" clId="{65D55A24-3580-5A51-8936-C715321EB719}" dt="2026-08-11T14:43:56.505" v="12773" actId="20577"/>
        <pc:sldMkLst>
          <pc:docMk/>
          <pc:sldMk cId="174336026" sldId="279"/>
        </pc:sldMkLst>
        <pc:spChg chg="mod">
          <ac:chgData name="Enrico van de Laar" userId="a1491e60-2902-4014-98d0-d7a2530d65dc" providerId="ADAL" clId="{65D55A24-3580-5A51-8936-C715321EB719}" dt="2026-08-11T14:13:36.411" v="11209" actId="20577"/>
          <ac:spMkLst>
            <pc:docMk/>
            <pc:sldMk cId="174336026" sldId="279"/>
            <ac:spMk id="2" creationId="{C232C77A-7F45-259E-AEB8-51DAF80C9907}"/>
          </ac:spMkLst>
        </pc:spChg>
        <pc:spChg chg="mod">
          <ac:chgData name="Enrico van de Laar" userId="a1491e60-2902-4014-98d0-d7a2530d65dc" providerId="ADAL" clId="{65D55A24-3580-5A51-8936-C715321EB719}" dt="2026-08-11T14:19:20.546" v="11600" actId="404"/>
          <ac:spMkLst>
            <pc:docMk/>
            <pc:sldMk cId="174336026" sldId="279"/>
            <ac:spMk id="3" creationId="{7210FF4E-1368-0E84-4FE5-DEB130F06E4D}"/>
          </ac:spMkLst>
        </pc:spChg>
        <pc:spChg chg="mod">
          <ac:chgData name="Enrico van de Laar" userId="a1491e60-2902-4014-98d0-d7a2530d65dc" providerId="ADAL" clId="{65D55A24-3580-5A51-8936-C715321EB719}" dt="2026-08-11T14:43:18.891" v="12722" actId="20577"/>
          <ac:spMkLst>
            <pc:docMk/>
            <pc:sldMk cId="174336026" sldId="279"/>
            <ac:spMk id="7" creationId="{89B724D5-48DB-FCD1-20D9-8E5623271D34}"/>
          </ac:spMkLst>
        </pc:spChg>
        <pc:spChg chg="add mod">
          <ac:chgData name="Enrico van de Laar" userId="a1491e60-2902-4014-98d0-d7a2530d65dc" providerId="ADAL" clId="{65D55A24-3580-5A51-8936-C715321EB719}" dt="2026-08-11T14:19:20.546" v="11600" actId="404"/>
          <ac:spMkLst>
            <pc:docMk/>
            <pc:sldMk cId="174336026" sldId="279"/>
            <ac:spMk id="9" creationId="{DC6CDA99-937F-D693-9FBD-E4BBE8F16A06}"/>
          </ac:spMkLst>
        </pc:spChg>
        <pc:spChg chg="add mod">
          <ac:chgData name="Enrico van de Laar" userId="a1491e60-2902-4014-98d0-d7a2530d65dc" providerId="ADAL" clId="{65D55A24-3580-5A51-8936-C715321EB719}" dt="2026-08-11T14:19:20.546" v="11600" actId="404"/>
          <ac:spMkLst>
            <pc:docMk/>
            <pc:sldMk cId="174336026" sldId="279"/>
            <ac:spMk id="10" creationId="{4BE5C6CF-1714-4301-CCC1-BAC227241ED7}"/>
          </ac:spMkLst>
        </pc:spChg>
        <pc:spChg chg="add mod">
          <ac:chgData name="Enrico van de Laar" userId="a1491e60-2902-4014-98d0-d7a2530d65dc" providerId="ADAL" clId="{65D55A24-3580-5A51-8936-C715321EB719}" dt="2026-08-11T14:19:20.546" v="11600" actId="404"/>
          <ac:spMkLst>
            <pc:docMk/>
            <pc:sldMk cId="174336026" sldId="279"/>
            <ac:spMk id="11" creationId="{2E9CDDD0-0F1A-C89B-1A09-C98799FED01B}"/>
          </ac:spMkLst>
        </pc:spChg>
        <pc:spChg chg="add mod">
          <ac:chgData name="Enrico van de Laar" userId="a1491e60-2902-4014-98d0-d7a2530d65dc" providerId="ADAL" clId="{65D55A24-3580-5A51-8936-C715321EB719}" dt="2026-08-11T14:19:14.359" v="11598" actId="404"/>
          <ac:spMkLst>
            <pc:docMk/>
            <pc:sldMk cId="174336026" sldId="279"/>
            <ac:spMk id="12" creationId="{081B595B-C79D-7272-7AB2-EE81F4A7787D}"/>
          </ac:spMkLst>
        </pc:spChg>
        <pc:spChg chg="add mod">
          <ac:chgData name="Enrico van de Laar" userId="a1491e60-2902-4014-98d0-d7a2530d65dc" providerId="ADAL" clId="{65D55A24-3580-5A51-8936-C715321EB719}" dt="2026-08-11T14:19:39.349" v="11627" actId="20577"/>
          <ac:spMkLst>
            <pc:docMk/>
            <pc:sldMk cId="174336026" sldId="279"/>
            <ac:spMk id="15" creationId="{47B2AE2F-6DF8-6312-05D7-3FE69618304D}"/>
          </ac:spMkLst>
        </pc:spChg>
      </pc:sldChg>
      <pc:sldChg chg="addSp delSp modSp add mod ord modTransition modAnim modNotesTx">
        <pc:chgData name="Enrico van de Laar" userId="a1491e60-2902-4014-98d0-d7a2530d65dc" providerId="ADAL" clId="{65D55A24-3580-5A51-8936-C715321EB719}" dt="2026-08-11T14:42:58.378" v="12689" actId="20577"/>
        <pc:sldMkLst>
          <pc:docMk/>
          <pc:sldMk cId="325383101" sldId="280"/>
        </pc:sldMkLst>
        <pc:spChg chg="mod">
          <ac:chgData name="Enrico van de Laar" userId="a1491e60-2902-4014-98d0-d7a2530d65dc" providerId="ADAL" clId="{65D55A24-3580-5A51-8936-C715321EB719}" dt="2026-08-11T14:20:29.669" v="11631"/>
          <ac:spMkLst>
            <pc:docMk/>
            <pc:sldMk cId="325383101" sldId="280"/>
            <ac:spMk id="2" creationId="{C7559FB9-5059-8AEB-FC5F-3D57271F9DE8}"/>
          </ac:spMkLst>
        </pc:spChg>
        <pc:spChg chg="mod">
          <ac:chgData name="Enrico van de Laar" userId="a1491e60-2902-4014-98d0-d7a2530d65dc" providerId="ADAL" clId="{65D55A24-3580-5A51-8936-C715321EB719}" dt="2026-08-11T14:42:51.546" v="12687" actId="20577"/>
          <ac:spMkLst>
            <pc:docMk/>
            <pc:sldMk cId="325383101" sldId="280"/>
            <ac:spMk id="3" creationId="{85549075-6A79-2F61-1628-BDC6C77FAE9E}"/>
          </ac:spMkLst>
        </pc:spChg>
        <pc:spChg chg="add mod">
          <ac:chgData name="Enrico van de Laar" userId="a1491e60-2902-4014-98d0-d7a2530d65dc" providerId="ADAL" clId="{65D55A24-3580-5A51-8936-C715321EB719}" dt="2026-08-11T14:26:54.862" v="11957" actId="14100"/>
          <ac:spMkLst>
            <pc:docMk/>
            <pc:sldMk cId="325383101" sldId="280"/>
            <ac:spMk id="4" creationId="{BEED52CE-FCFF-ACF6-BC62-F5A7F7E47F2A}"/>
          </ac:spMkLst>
        </pc:spChg>
        <pc:spChg chg="add mod">
          <ac:chgData name="Enrico van de Laar" userId="a1491e60-2902-4014-98d0-d7a2530d65dc" providerId="ADAL" clId="{65D55A24-3580-5A51-8936-C715321EB719}" dt="2026-08-11T14:42:49.600" v="12686" actId="20577"/>
          <ac:spMkLst>
            <pc:docMk/>
            <pc:sldMk cId="325383101" sldId="280"/>
            <ac:spMk id="6" creationId="{902BBD7F-A3FA-82D6-7F70-781E2D493D0C}"/>
          </ac:spMkLst>
        </pc:spChg>
        <pc:spChg chg="mod">
          <ac:chgData name="Enrico van de Laar" userId="a1491e60-2902-4014-98d0-d7a2530d65dc" providerId="ADAL" clId="{65D55A24-3580-5A51-8936-C715321EB719}" dt="2026-08-11T14:21:19.245" v="11663" actId="207"/>
          <ac:spMkLst>
            <pc:docMk/>
            <pc:sldMk cId="325383101" sldId="280"/>
            <ac:spMk id="28" creationId="{A7122C2A-70E9-2AF9-009E-E70BE06385A2}"/>
          </ac:spMkLst>
        </pc:spChg>
        <pc:spChg chg="mod">
          <ac:chgData name="Enrico van de Laar" userId="a1491e60-2902-4014-98d0-d7a2530d65dc" providerId="ADAL" clId="{65D55A24-3580-5A51-8936-C715321EB719}" dt="2026-08-11T14:21:19.245" v="11663" actId="207"/>
          <ac:spMkLst>
            <pc:docMk/>
            <pc:sldMk cId="325383101" sldId="280"/>
            <ac:spMk id="29" creationId="{A9BE4E92-517F-6733-BCD0-1F768ACFA2D4}"/>
          </ac:spMkLst>
        </pc:spChg>
        <pc:spChg chg="mod">
          <ac:chgData name="Enrico van de Laar" userId="a1491e60-2902-4014-98d0-d7a2530d65dc" providerId="ADAL" clId="{65D55A24-3580-5A51-8936-C715321EB719}" dt="2026-08-11T14:21:19.245" v="11663" actId="207"/>
          <ac:spMkLst>
            <pc:docMk/>
            <pc:sldMk cId="325383101" sldId="280"/>
            <ac:spMk id="31" creationId="{892C9655-770F-D70E-B49E-56D77EC90D2F}"/>
          </ac:spMkLst>
        </pc:spChg>
        <pc:spChg chg="mod">
          <ac:chgData name="Enrico van de Laar" userId="a1491e60-2902-4014-98d0-d7a2530d65dc" providerId="ADAL" clId="{65D55A24-3580-5A51-8936-C715321EB719}" dt="2026-08-11T14:21:19.245" v="11663" actId="207"/>
          <ac:spMkLst>
            <pc:docMk/>
            <pc:sldMk cId="325383101" sldId="280"/>
            <ac:spMk id="32" creationId="{A0132332-2FDE-7F0A-4509-2CF80B675B24}"/>
          </ac:spMkLst>
        </pc:spChg>
        <pc:spChg chg="mod">
          <ac:chgData name="Enrico van de Laar" userId="a1491e60-2902-4014-98d0-d7a2530d65dc" providerId="ADAL" clId="{65D55A24-3580-5A51-8936-C715321EB719}" dt="2026-08-11T14:21:19.245" v="11663" actId="207"/>
          <ac:spMkLst>
            <pc:docMk/>
            <pc:sldMk cId="325383101" sldId="280"/>
            <ac:spMk id="34" creationId="{B0A68C3C-D9E9-0451-A787-094B1F6B7C66}"/>
          </ac:spMkLst>
        </pc:spChg>
        <pc:spChg chg="mod">
          <ac:chgData name="Enrico van de Laar" userId="a1491e60-2902-4014-98d0-d7a2530d65dc" providerId="ADAL" clId="{65D55A24-3580-5A51-8936-C715321EB719}" dt="2026-08-11T14:21:19.245" v="11663" actId="207"/>
          <ac:spMkLst>
            <pc:docMk/>
            <pc:sldMk cId="325383101" sldId="280"/>
            <ac:spMk id="35" creationId="{B58E1A74-48FC-D886-8243-3EF3FFEA6565}"/>
          </ac:spMkLst>
        </pc:spChg>
        <pc:spChg chg="mod">
          <ac:chgData name="Enrico van de Laar" userId="a1491e60-2902-4014-98d0-d7a2530d65dc" providerId="ADAL" clId="{65D55A24-3580-5A51-8936-C715321EB719}" dt="2026-08-11T14:21:19.245" v="11663" actId="207"/>
          <ac:spMkLst>
            <pc:docMk/>
            <pc:sldMk cId="325383101" sldId="280"/>
            <ac:spMk id="36" creationId="{EEB1C70C-C933-6F48-5442-E645F91ED8B6}"/>
          </ac:spMkLst>
        </pc:spChg>
        <pc:spChg chg="mod">
          <ac:chgData name="Enrico van de Laar" userId="a1491e60-2902-4014-98d0-d7a2530d65dc" providerId="ADAL" clId="{65D55A24-3580-5A51-8936-C715321EB719}" dt="2026-08-11T14:21:19.245" v="11663" actId="207"/>
          <ac:spMkLst>
            <pc:docMk/>
            <pc:sldMk cId="325383101" sldId="280"/>
            <ac:spMk id="37" creationId="{49DA7728-AFE1-CD0A-6947-D619ED6CC076}"/>
          </ac:spMkLst>
        </pc:spChg>
        <pc:spChg chg="mod">
          <ac:chgData name="Enrico van de Laar" userId="a1491e60-2902-4014-98d0-d7a2530d65dc" providerId="ADAL" clId="{65D55A24-3580-5A51-8936-C715321EB719}" dt="2026-08-11T14:21:19.245" v="11663" actId="207"/>
          <ac:spMkLst>
            <pc:docMk/>
            <pc:sldMk cId="325383101" sldId="280"/>
            <ac:spMk id="38" creationId="{EABA904F-B795-320B-2EC6-BB076A1DBA40}"/>
          </ac:spMkLst>
        </pc:spChg>
        <pc:spChg chg="mod">
          <ac:chgData name="Enrico van de Laar" userId="a1491e60-2902-4014-98d0-d7a2530d65dc" providerId="ADAL" clId="{65D55A24-3580-5A51-8936-C715321EB719}" dt="2026-08-11T14:21:19.245" v="11663" actId="207"/>
          <ac:spMkLst>
            <pc:docMk/>
            <pc:sldMk cId="325383101" sldId="280"/>
            <ac:spMk id="39" creationId="{37C4CC71-DF8A-B1A4-D099-DA855FE9D54D}"/>
          </ac:spMkLst>
        </pc:spChg>
        <pc:spChg chg="mod">
          <ac:chgData name="Enrico van de Laar" userId="a1491e60-2902-4014-98d0-d7a2530d65dc" providerId="ADAL" clId="{65D55A24-3580-5A51-8936-C715321EB719}" dt="2026-08-11T14:21:22.395" v="11664" actId="207"/>
          <ac:spMkLst>
            <pc:docMk/>
            <pc:sldMk cId="325383101" sldId="280"/>
            <ac:spMk id="41" creationId="{B549A1BA-BAD0-2EA1-85D1-A15EA52E0260}"/>
          </ac:spMkLst>
        </pc:spChg>
        <pc:spChg chg="mod">
          <ac:chgData name="Enrico van de Laar" userId="a1491e60-2902-4014-98d0-d7a2530d65dc" providerId="ADAL" clId="{65D55A24-3580-5A51-8936-C715321EB719}" dt="2026-08-11T14:21:22.395" v="11664" actId="207"/>
          <ac:spMkLst>
            <pc:docMk/>
            <pc:sldMk cId="325383101" sldId="280"/>
            <ac:spMk id="43" creationId="{8E33D153-9F15-A91B-2961-CA6D31B9E851}"/>
          </ac:spMkLst>
        </pc:spChg>
        <pc:spChg chg="mod">
          <ac:chgData name="Enrico van de Laar" userId="a1491e60-2902-4014-98d0-d7a2530d65dc" providerId="ADAL" clId="{65D55A24-3580-5A51-8936-C715321EB719}" dt="2026-08-11T14:21:22.395" v="11664" actId="207"/>
          <ac:spMkLst>
            <pc:docMk/>
            <pc:sldMk cId="325383101" sldId="280"/>
            <ac:spMk id="44" creationId="{DCB8E0B7-3A68-77ED-BB3F-AED04134175B}"/>
          </ac:spMkLst>
        </pc:spChg>
        <pc:spChg chg="mod">
          <ac:chgData name="Enrico van de Laar" userId="a1491e60-2902-4014-98d0-d7a2530d65dc" providerId="ADAL" clId="{65D55A24-3580-5A51-8936-C715321EB719}" dt="2026-08-11T14:21:22.395" v="11664" actId="207"/>
          <ac:spMkLst>
            <pc:docMk/>
            <pc:sldMk cId="325383101" sldId="280"/>
            <ac:spMk id="45" creationId="{7792F76E-FA44-482C-069E-F92E71C7F11B}"/>
          </ac:spMkLst>
        </pc:spChg>
        <pc:grpChg chg="mod">
          <ac:chgData name="Enrico van de Laar" userId="a1491e60-2902-4014-98d0-d7a2530d65dc" providerId="ADAL" clId="{65D55A24-3580-5A51-8936-C715321EB719}" dt="2026-08-11T14:21:22.395" v="11664" actId="207"/>
          <ac:grpSpMkLst>
            <pc:docMk/>
            <pc:sldMk cId="325383101" sldId="280"/>
            <ac:grpSpMk id="53" creationId="{05145C3D-7EBD-AC91-EF2F-20312A524F33}"/>
          </ac:grpSpMkLst>
        </pc:grpChg>
        <pc:grpChg chg="mod">
          <ac:chgData name="Enrico van de Laar" userId="a1491e60-2902-4014-98d0-d7a2530d65dc" providerId="ADAL" clId="{65D55A24-3580-5A51-8936-C715321EB719}" dt="2026-08-11T14:21:22.395" v="11664" actId="207"/>
          <ac:grpSpMkLst>
            <pc:docMk/>
            <pc:sldMk cId="325383101" sldId="280"/>
            <ac:grpSpMk id="54" creationId="{64672E1E-0752-E186-C1C6-2F8512898275}"/>
          </ac:grpSpMkLst>
        </pc:grpChg>
      </pc:sldChg>
      <pc:sldChg chg="addSp delSp modSp add mod modNotesTx">
        <pc:chgData name="Enrico van de Laar" userId="a1491e60-2902-4014-98d0-d7a2530d65dc" providerId="ADAL" clId="{65D55A24-3580-5A51-8936-C715321EB719}" dt="2026-08-11T14:30:45.880" v="12309" actId="20577"/>
        <pc:sldMkLst>
          <pc:docMk/>
          <pc:sldMk cId="2617897679" sldId="281"/>
        </pc:sldMkLst>
        <pc:spChg chg="add mod">
          <ac:chgData name="Enrico van de Laar" userId="a1491e60-2902-4014-98d0-d7a2530d65dc" providerId="ADAL" clId="{65D55A24-3580-5A51-8936-C715321EB719}" dt="2026-08-11T14:29:06.687" v="12159" actId="14100"/>
          <ac:spMkLst>
            <pc:docMk/>
            <pc:sldMk cId="2617897679" sldId="281"/>
            <ac:spMk id="4" creationId="{D1D76BBF-D02F-A540-6B2E-3232B919A8D1}"/>
          </ac:spMkLst>
        </pc:spChg>
        <pc:spChg chg="add mod">
          <ac:chgData name="Enrico van de Laar" userId="a1491e60-2902-4014-98d0-d7a2530d65dc" providerId="ADAL" clId="{65D55A24-3580-5A51-8936-C715321EB719}" dt="2026-08-11T14:29:32.841" v="12163" actId="207"/>
          <ac:spMkLst>
            <pc:docMk/>
            <pc:sldMk cId="2617897679" sldId="281"/>
            <ac:spMk id="5" creationId="{1F61D7C6-D08C-FBFB-BA44-A3AC3012DFD4}"/>
          </ac:spMkLst>
        </pc:spChg>
        <pc:spChg chg="mod">
          <ac:chgData name="Enrico van de Laar" userId="a1491e60-2902-4014-98d0-d7a2530d65dc" providerId="ADAL" clId="{65D55A24-3580-5A51-8936-C715321EB719}" dt="2026-08-11T14:28:06.394" v="12036" actId="20577"/>
          <ac:spMkLst>
            <pc:docMk/>
            <pc:sldMk cId="2617897679" sldId="281"/>
            <ac:spMk id="7" creationId="{D38A0487-1292-8875-5800-DFE652578EAA}"/>
          </ac:spMkLst>
        </pc:spChg>
      </pc:sldChg>
      <pc:sldChg chg="addSp delSp modSp add mod ord modNotesTx">
        <pc:chgData name="Enrico van de Laar" userId="a1491e60-2902-4014-98d0-d7a2530d65dc" providerId="ADAL" clId="{65D55A24-3580-5A51-8936-C715321EB719}" dt="2026-08-11T17:23:49.755" v="13754" actId="14100"/>
        <pc:sldMkLst>
          <pc:docMk/>
          <pc:sldMk cId="1761244556" sldId="282"/>
        </pc:sldMkLst>
        <pc:spChg chg="mod">
          <ac:chgData name="Enrico van de Laar" userId="a1491e60-2902-4014-98d0-d7a2530d65dc" providerId="ADAL" clId="{65D55A24-3580-5A51-8936-C715321EB719}" dt="2026-08-11T14:31:58.837" v="12355" actId="20577"/>
          <ac:spMkLst>
            <pc:docMk/>
            <pc:sldMk cId="1761244556" sldId="282"/>
            <ac:spMk id="3" creationId="{25862CB9-0297-3C87-5196-AF79470EE29C}"/>
          </ac:spMkLst>
        </pc:spChg>
        <pc:spChg chg="add mod">
          <ac:chgData name="Enrico van de Laar" userId="a1491e60-2902-4014-98d0-d7a2530d65dc" providerId="ADAL" clId="{65D55A24-3580-5A51-8936-C715321EB719}" dt="2026-08-11T14:36:49.745" v="12579" actId="404"/>
          <ac:spMkLst>
            <pc:docMk/>
            <pc:sldMk cId="1761244556" sldId="282"/>
            <ac:spMk id="9" creationId="{116CB24D-62E2-6B34-3CFB-13F6E704CF20}"/>
          </ac:spMkLst>
        </pc:spChg>
        <pc:spChg chg="add mod">
          <ac:chgData name="Enrico van de Laar" userId="a1491e60-2902-4014-98d0-d7a2530d65dc" providerId="ADAL" clId="{65D55A24-3580-5A51-8936-C715321EB719}" dt="2026-08-11T14:38:12.032" v="12595" actId="208"/>
          <ac:spMkLst>
            <pc:docMk/>
            <pc:sldMk cId="1761244556" sldId="282"/>
            <ac:spMk id="10" creationId="{1B65C6B8-5DE4-5913-9D68-BB8F2F6C9F89}"/>
          </ac:spMkLst>
        </pc:spChg>
        <pc:spChg chg="add mod">
          <ac:chgData name="Enrico van de Laar" userId="a1491e60-2902-4014-98d0-d7a2530d65dc" providerId="ADAL" clId="{65D55A24-3580-5A51-8936-C715321EB719}" dt="2026-08-11T14:38:32.733" v="12599" actId="208"/>
          <ac:spMkLst>
            <pc:docMk/>
            <pc:sldMk cId="1761244556" sldId="282"/>
            <ac:spMk id="11" creationId="{1ABDB68F-02B6-7B56-E8BD-27C64C5521E4}"/>
          </ac:spMkLst>
        </pc:spChg>
        <pc:spChg chg="add mod">
          <ac:chgData name="Enrico van de Laar" userId="a1491e60-2902-4014-98d0-d7a2530d65dc" providerId="ADAL" clId="{65D55A24-3580-5A51-8936-C715321EB719}" dt="2026-08-11T17:23:49.755" v="13754" actId="14100"/>
          <ac:spMkLst>
            <pc:docMk/>
            <pc:sldMk cId="1761244556" sldId="282"/>
            <ac:spMk id="12" creationId="{33A5C184-7C0B-CB78-4F6B-FE960C0D3D7E}"/>
          </ac:spMkLst>
        </pc:spChg>
        <pc:spChg chg="add mod">
          <ac:chgData name="Enrico van de Laar" userId="a1491e60-2902-4014-98d0-d7a2530d65dc" providerId="ADAL" clId="{65D55A24-3580-5A51-8936-C715321EB719}" dt="2026-08-11T17:23:45.369" v="13753" actId="14100"/>
          <ac:spMkLst>
            <pc:docMk/>
            <pc:sldMk cId="1761244556" sldId="282"/>
            <ac:spMk id="13" creationId="{8901B932-80B8-92F2-404E-05B514121B42}"/>
          </ac:spMkLst>
        </pc:spChg>
        <pc:spChg chg="add mod">
          <ac:chgData name="Enrico van de Laar" userId="a1491e60-2902-4014-98d0-d7a2530d65dc" providerId="ADAL" clId="{65D55A24-3580-5A51-8936-C715321EB719}" dt="2026-08-11T14:44:25.843" v="12774" actId="14100"/>
          <ac:spMkLst>
            <pc:docMk/>
            <pc:sldMk cId="1761244556" sldId="282"/>
            <ac:spMk id="14" creationId="{1630927B-81CF-2502-3D49-F14543A01DCA}"/>
          </ac:spMkLst>
        </pc:spChg>
        <pc:spChg chg="add mod">
          <ac:chgData name="Enrico van de Laar" userId="a1491e60-2902-4014-98d0-d7a2530d65dc" providerId="ADAL" clId="{65D55A24-3580-5A51-8936-C715321EB719}" dt="2026-08-11T14:38:58.654" v="12615" actId="20577"/>
          <ac:spMkLst>
            <pc:docMk/>
            <pc:sldMk cId="1761244556" sldId="282"/>
            <ac:spMk id="16" creationId="{938DB5F7-42C7-6B91-1ACB-AA9BF64A2A7C}"/>
          </ac:spMkLst>
        </pc:spChg>
        <pc:spChg chg="add mod">
          <ac:chgData name="Enrico van de Laar" userId="a1491e60-2902-4014-98d0-d7a2530d65dc" providerId="ADAL" clId="{65D55A24-3580-5A51-8936-C715321EB719}" dt="2026-08-11T14:39:10.131" v="12628" actId="20577"/>
          <ac:spMkLst>
            <pc:docMk/>
            <pc:sldMk cId="1761244556" sldId="282"/>
            <ac:spMk id="17" creationId="{6391DAE7-E15E-7E6F-5690-0EE9946851B7}"/>
          </ac:spMkLst>
        </pc:spChg>
      </pc:sldChg>
      <pc:sldChg chg="addSp delSp modSp add mod modNotesTx">
        <pc:chgData name="Enrico van de Laar" userId="a1491e60-2902-4014-98d0-d7a2530d65dc" providerId="ADAL" clId="{65D55A24-3580-5A51-8936-C715321EB719}" dt="2026-08-11T14:48:44.770" v="12805" actId="20577"/>
        <pc:sldMkLst>
          <pc:docMk/>
          <pc:sldMk cId="4223479656" sldId="283"/>
        </pc:sldMkLst>
        <pc:spChg chg="add mod">
          <ac:chgData name="Enrico van de Laar" userId="a1491e60-2902-4014-98d0-d7a2530d65dc" providerId="ADAL" clId="{65D55A24-3580-5A51-8936-C715321EB719}" dt="2026-08-11T14:48:38.137" v="12795" actId="207"/>
          <ac:spMkLst>
            <pc:docMk/>
            <pc:sldMk cId="4223479656" sldId="283"/>
            <ac:spMk id="4" creationId="{AA8102C5-BB67-4DDF-8AC6-03DE47DFDBF7}"/>
          </ac:spMkLst>
        </pc:spChg>
      </pc:sldChg>
      <pc:sldChg chg="addSp delSp modSp add mod ord modNotesTx">
        <pc:chgData name="Enrico van de Laar" userId="a1491e60-2902-4014-98d0-d7a2530d65dc" providerId="ADAL" clId="{65D55A24-3580-5A51-8936-C715321EB719}" dt="2026-08-11T15:06:17.260" v="13751" actId="113"/>
        <pc:sldMkLst>
          <pc:docMk/>
          <pc:sldMk cId="3411323079" sldId="284"/>
        </pc:sldMkLst>
        <pc:spChg chg="mod">
          <ac:chgData name="Enrico van de Laar" userId="a1491e60-2902-4014-98d0-d7a2530d65dc" providerId="ADAL" clId="{65D55A24-3580-5A51-8936-C715321EB719}" dt="2026-08-11T14:56:36.712" v="12845" actId="20577"/>
          <ac:spMkLst>
            <pc:docMk/>
            <pc:sldMk cId="3411323079" sldId="284"/>
            <ac:spMk id="2" creationId="{513545C6-46F4-5685-D297-91893FC09746}"/>
          </ac:spMkLst>
        </pc:spChg>
        <pc:spChg chg="mod">
          <ac:chgData name="Enrico van de Laar" userId="a1491e60-2902-4014-98d0-d7a2530d65dc" providerId="ADAL" clId="{65D55A24-3580-5A51-8936-C715321EB719}" dt="2026-08-11T14:57:50.279" v="12956" actId="1076"/>
          <ac:spMkLst>
            <pc:docMk/>
            <pc:sldMk cId="3411323079" sldId="284"/>
            <ac:spMk id="4" creationId="{428CE123-F658-DF7A-8AD5-1E1E072B5468}"/>
          </ac:spMkLst>
        </pc:spChg>
        <pc:spChg chg="mod">
          <ac:chgData name="Enrico van de Laar" userId="a1491e60-2902-4014-98d0-d7a2530d65dc" providerId="ADAL" clId="{65D55A24-3580-5A51-8936-C715321EB719}" dt="2026-08-11T14:57:50.279" v="12956" actId="1076"/>
          <ac:spMkLst>
            <pc:docMk/>
            <pc:sldMk cId="3411323079" sldId="284"/>
            <ac:spMk id="5" creationId="{B6CF319D-7605-787F-9F2B-B41A7FA64E17}"/>
          </ac:spMkLst>
        </pc:spChg>
        <pc:spChg chg="mod">
          <ac:chgData name="Enrico van de Laar" userId="a1491e60-2902-4014-98d0-d7a2530d65dc" providerId="ADAL" clId="{65D55A24-3580-5A51-8936-C715321EB719}" dt="2026-08-11T15:00:07.941" v="13116" actId="20577"/>
          <ac:spMkLst>
            <pc:docMk/>
            <pc:sldMk cId="3411323079" sldId="284"/>
            <ac:spMk id="6" creationId="{E16753CA-C97B-1F36-E30E-98BAED1FA046}"/>
          </ac:spMkLst>
        </pc:spChg>
        <pc:spChg chg="mod">
          <ac:chgData name="Enrico van de Laar" userId="a1491e60-2902-4014-98d0-d7a2530d65dc" providerId="ADAL" clId="{65D55A24-3580-5A51-8936-C715321EB719}" dt="2026-08-11T14:57:50.279" v="12956" actId="1076"/>
          <ac:spMkLst>
            <pc:docMk/>
            <pc:sldMk cId="3411323079" sldId="284"/>
            <ac:spMk id="7" creationId="{85E40B22-C5CF-F89F-C51C-80DC5A3AF828}"/>
          </ac:spMkLst>
        </pc:spChg>
        <pc:spChg chg="mod">
          <ac:chgData name="Enrico van de Laar" userId="a1491e60-2902-4014-98d0-d7a2530d65dc" providerId="ADAL" clId="{65D55A24-3580-5A51-8936-C715321EB719}" dt="2026-08-11T14:57:50.279" v="12956" actId="1076"/>
          <ac:spMkLst>
            <pc:docMk/>
            <pc:sldMk cId="3411323079" sldId="284"/>
            <ac:spMk id="8" creationId="{CF3D6A5D-B723-9483-15C1-46F62E6136D1}"/>
          </ac:spMkLst>
        </pc:spChg>
        <pc:spChg chg="mod">
          <ac:chgData name="Enrico van de Laar" userId="a1491e60-2902-4014-98d0-d7a2530d65dc" providerId="ADAL" clId="{65D55A24-3580-5A51-8936-C715321EB719}" dt="2026-08-11T15:03:41.139" v="13637" actId="20577"/>
          <ac:spMkLst>
            <pc:docMk/>
            <pc:sldMk cId="3411323079" sldId="284"/>
            <ac:spMk id="9" creationId="{E7B1540E-92F6-A932-62D7-A945A73976AA}"/>
          </ac:spMkLst>
        </pc:spChg>
        <pc:spChg chg="add mod">
          <ac:chgData name="Enrico van de Laar" userId="a1491e60-2902-4014-98d0-d7a2530d65dc" providerId="ADAL" clId="{65D55A24-3580-5A51-8936-C715321EB719}" dt="2026-08-11T14:57:43.522" v="12955" actId="20577"/>
          <ac:spMkLst>
            <pc:docMk/>
            <pc:sldMk cId="3411323079" sldId="284"/>
            <ac:spMk id="10" creationId="{8CCCF7F5-0113-43C4-117F-D034B9561077}"/>
          </ac:spMkLst>
        </pc:spChg>
        <pc:spChg chg="mod">
          <ac:chgData name="Enrico van de Laar" userId="a1491e60-2902-4014-98d0-d7a2530d65dc" providerId="ADAL" clId="{65D55A24-3580-5A51-8936-C715321EB719}" dt="2026-08-11T14:57:50.279" v="12956" actId="1076"/>
          <ac:spMkLst>
            <pc:docMk/>
            <pc:sldMk cId="3411323079" sldId="284"/>
            <ac:spMk id="13" creationId="{EB9EF02C-7797-0B7B-66E1-7026E39E7E0C}"/>
          </ac:spMkLst>
        </pc:spChg>
        <pc:spChg chg="mod">
          <ac:chgData name="Enrico van de Laar" userId="a1491e60-2902-4014-98d0-d7a2530d65dc" providerId="ADAL" clId="{65D55A24-3580-5A51-8936-C715321EB719}" dt="2026-08-11T14:57:50.279" v="12956" actId="1076"/>
          <ac:spMkLst>
            <pc:docMk/>
            <pc:sldMk cId="3411323079" sldId="284"/>
            <ac:spMk id="14" creationId="{CA56BE8F-A020-D6DB-9B22-AAC782AE4254}"/>
          </ac:spMkLst>
        </pc:spChg>
        <pc:spChg chg="mod">
          <ac:chgData name="Enrico van de Laar" userId="a1491e60-2902-4014-98d0-d7a2530d65dc" providerId="ADAL" clId="{65D55A24-3580-5A51-8936-C715321EB719}" dt="2026-08-11T15:01:10.781" v="13216" actId="20577"/>
          <ac:spMkLst>
            <pc:docMk/>
            <pc:sldMk cId="3411323079" sldId="284"/>
            <ac:spMk id="15" creationId="{00683B0B-C605-5A1D-A7F2-317F09472C49}"/>
          </ac:spMkLst>
        </pc:spChg>
      </pc:sldChg>
      <pc:sldChg chg="addSp delSp modSp add mod setBg modNotesTx">
        <pc:chgData name="Enrico van de Laar" userId="a1491e60-2902-4014-98d0-d7a2530d65dc" providerId="ADAL" clId="{65D55A24-3580-5A51-8936-C715321EB719}" dt="2026-08-20T14:01:31.993" v="14624" actId="20577"/>
        <pc:sldMkLst>
          <pc:docMk/>
          <pc:sldMk cId="2784689997" sldId="285"/>
        </pc:sldMkLst>
        <pc:spChg chg="del mod">
          <ac:chgData name="Enrico van de Laar" userId="a1491e60-2902-4014-98d0-d7a2530d65dc" providerId="ADAL" clId="{65D55A24-3580-5A51-8936-C715321EB719}" dt="2026-08-19T04:49:05.994" v="14229" actId="478"/>
          <ac:spMkLst>
            <pc:docMk/>
            <pc:sldMk cId="2784689997" sldId="285"/>
            <ac:spMk id="4" creationId="{775472B2-1D32-A88B-F031-512D05BED4AF}"/>
          </ac:spMkLst>
        </pc:spChg>
        <pc:spChg chg="add mod">
          <ac:chgData name="Enrico van de Laar" userId="a1491e60-2902-4014-98d0-d7a2530d65dc" providerId="ADAL" clId="{65D55A24-3580-5A51-8936-C715321EB719}" dt="2026-08-19T04:49:55.246" v="14275" actId="313"/>
          <ac:spMkLst>
            <pc:docMk/>
            <pc:sldMk cId="2784689997" sldId="285"/>
            <ac:spMk id="6" creationId="{561AF3D9-2906-3548-35C8-C17EA85D5872}"/>
          </ac:spMkLst>
        </pc:spChg>
        <pc:picChg chg="add mod">
          <ac:chgData name="Enrico van de Laar" userId="a1491e60-2902-4014-98d0-d7a2530d65dc" providerId="ADAL" clId="{65D55A24-3580-5A51-8936-C715321EB719}" dt="2026-08-19T04:48:59.358" v="14228" actId="14100"/>
          <ac:picMkLst>
            <pc:docMk/>
            <pc:sldMk cId="2784689997" sldId="285"/>
            <ac:picMk id="5" creationId="{2847AE73-7C12-68A1-2733-66097F6E17F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2188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5563F-4B39-B7B8-0344-4B92411AB0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8CAEA-075C-C7F4-FE19-9BC79CD29D8A}"/>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C6D9010A-B530-0FA5-15E7-50E8EEB56AF6}"/>
              </a:ext>
            </a:extLst>
          </p:cNvPr>
          <p:cNvSpPr>
            <a:spLocks noGrp="1"/>
          </p:cNvSpPr>
          <p:nvPr>
            <p:ph type="body" idx="1"/>
          </p:nvPr>
        </p:nvSpPr>
        <p:spPr/>
        <p:txBody>
          <a:bodyPr/>
          <a:lstStyle/>
          <a:p>
            <a:pPr marL="171450" indent="-171450">
              <a:buFontTx/>
              <a:buChar char="-"/>
            </a:pPr>
            <a:r>
              <a:rPr lang="en-US" dirty="0"/>
              <a:t>Anyone knows what this screenshot shows?</a:t>
            </a:r>
          </a:p>
          <a:p>
            <a:pPr marL="171450" indent="-171450">
              <a:buFontTx/>
              <a:buChar char="-"/>
            </a:pPr>
            <a:r>
              <a:rPr lang="en-US" dirty="0"/>
              <a:t>Who owns the resources you are looking at?</a:t>
            </a:r>
          </a:p>
          <a:p>
            <a:pPr marL="171450" indent="-171450">
              <a:buFontTx/>
              <a:buChar char="-"/>
            </a:pPr>
            <a:r>
              <a:rPr lang="en-US" dirty="0"/>
              <a:t>We will get back to this…</a:t>
            </a:r>
          </a:p>
        </p:txBody>
      </p:sp>
      <p:sp>
        <p:nvSpPr>
          <p:cNvPr id="4" name="Slide Number Placeholder 3">
            <a:extLst>
              <a:ext uri="{FF2B5EF4-FFF2-40B4-BE49-F238E27FC236}">
                <a16:creationId xmlns:a16="http://schemas.microsoft.com/office/drawing/2014/main" id="{217F2289-622A-6626-7E91-5BCDDD8FD5A8}"/>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196877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r>
              <a:rPr lang="en-US" dirty="0"/>
              <a:t>Short intro, quick move towards the agenda on next slide</a:t>
            </a:r>
          </a:p>
          <a:p>
            <a:r>
              <a:rPr lang="en-US" dirty="0"/>
              <a:t>More on putSimply at the end of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C240A-E002-0100-3292-248E1335A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D746D-0472-C437-C355-1753551E4DE7}"/>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B6E9D973-D75A-2195-03CA-04F9795B59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B372C8-358F-CD5E-D81E-A0A31937161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981415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Here’s a selection of activities as well as the solutions they depend on</a:t>
            </a:r>
          </a:p>
          <a:p>
            <a:pPr marL="171450" indent="-171450">
              <a:buFontTx/>
              <a:buChar char="-"/>
            </a:pPr>
            <a:r>
              <a:rPr lang="en-US" dirty="0"/>
              <a:t>What’s left if we take out the activities that rely on US services and fall under US law? -&gt; </a:t>
            </a:r>
            <a:r>
              <a:rPr lang="en-US" b="1" dirty="0"/>
              <a:t>Click animation</a:t>
            </a:r>
          </a:p>
          <a:p>
            <a:pPr marL="171450" indent="-171450">
              <a:buFontTx/>
              <a:buChar char="-"/>
            </a:pPr>
            <a:r>
              <a:rPr lang="en-US" dirty="0"/>
              <a:t>Even though it seems we have control of these activities, we’ve focus on the value they deliver and let the </a:t>
            </a:r>
            <a:r>
              <a:rPr lang="en-US" dirty="0" err="1"/>
              <a:t>hyperscalers</a:t>
            </a:r>
            <a:r>
              <a:rPr lang="en-US" dirty="0"/>
              <a:t> provide the plumbing underneath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B1F74-EAB7-7EE7-B318-A2F5D5756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E2DDF5-DEDD-268E-5664-839A87153853}"/>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4C9DE9E0-B2D3-62ED-FD8D-06AF53029C67}"/>
              </a:ext>
            </a:extLst>
          </p:cNvPr>
          <p:cNvSpPr>
            <a:spLocks noGrp="1"/>
          </p:cNvSpPr>
          <p:nvPr>
            <p:ph type="body" idx="1"/>
          </p:nvPr>
        </p:nvSpPr>
        <p:spPr/>
        <p:txBody>
          <a:bodyPr/>
          <a:lstStyle/>
          <a:p>
            <a:pPr marL="171450" indent="-171450">
              <a:buFontTx/>
              <a:buChar char="-"/>
            </a:pPr>
            <a:r>
              <a:rPr lang="en-US" dirty="0"/>
              <a:t>Audience poll</a:t>
            </a:r>
          </a:p>
          <a:p>
            <a:pPr marL="171450" indent="-171450">
              <a:buFontTx/>
              <a:buChar char="-"/>
            </a:pPr>
            <a:r>
              <a:rPr lang="en-US" dirty="0"/>
              <a:t>Count hands (probably awfully few people)</a:t>
            </a:r>
          </a:p>
        </p:txBody>
      </p:sp>
      <p:sp>
        <p:nvSpPr>
          <p:cNvPr id="4" name="Slide Number Placeholder 3">
            <a:extLst>
              <a:ext uri="{FF2B5EF4-FFF2-40B4-BE49-F238E27FC236}">
                <a16:creationId xmlns:a16="http://schemas.microsoft.com/office/drawing/2014/main" id="{32687C57-C83D-BBED-C680-65FAE22C7A4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20707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The integration between services like identity management made it far more difficult to extract a single service and run it somewhere else</a:t>
            </a:r>
          </a:p>
          <a:p>
            <a:pPr marL="171450" indent="-171450">
              <a:buFontTx/>
              <a:buChar char="-"/>
            </a:pPr>
            <a:r>
              <a:rPr lang="en-US" dirty="0"/>
              <a:t>With time the required skills needed also moved to the integrated platforms. When your team is trained in Fabric switching to another service is costly and might require new hires or even a strategic change</a:t>
            </a:r>
          </a:p>
          <a:p>
            <a:pPr marL="171450" indent="-171450">
              <a:buFontTx/>
              <a:buChar char="-"/>
            </a:pPr>
            <a:r>
              <a:rPr lang="en-US" dirty="0"/>
              <a:t>Once you are in and integrated, it becomes harder and harder to migrate away meaning </a:t>
            </a:r>
            <a:r>
              <a:rPr lang="en-US" dirty="0" err="1"/>
              <a:t>hyperscalers</a:t>
            </a:r>
            <a:r>
              <a:rPr lang="en-US" dirty="0"/>
              <a:t> can change their pricing and there is nothing you can 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A309-FF7C-B031-82B1-2B05E92F2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2319FA-4F38-6BDF-81E7-D41D70EC8963}"/>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12250BB2-22AC-7378-5B8F-5B3B463B5075}"/>
              </a:ext>
            </a:extLst>
          </p:cNvPr>
          <p:cNvSpPr>
            <a:spLocks noGrp="1"/>
          </p:cNvSpPr>
          <p:nvPr>
            <p:ph type="body" idx="1"/>
          </p:nvPr>
        </p:nvSpPr>
        <p:spPr/>
        <p:txBody>
          <a:bodyPr/>
          <a:lstStyle/>
          <a:p>
            <a:pPr marL="171450" indent="-171450">
              <a:buFontTx/>
              <a:buChar char="-"/>
            </a:pPr>
            <a:r>
              <a:rPr lang="en-US" dirty="0"/>
              <a:t>The bolded part of the CLOUD act is the important bit: even if you store your data in an EU region, if the company is US-based they have to turn over your data if requested by the US government.</a:t>
            </a:r>
            <a:br>
              <a:rPr lang="en-US" dirty="0"/>
            </a:br>
            <a:r>
              <a:rPr lang="en-US" dirty="0"/>
              <a:t>This is a </a:t>
            </a:r>
            <a:r>
              <a:rPr lang="en-US" b="1" dirty="0"/>
              <a:t>fact</a:t>
            </a:r>
            <a:r>
              <a:rPr lang="en-US" b="0" dirty="0"/>
              <a:t> which Microsoft France’s </a:t>
            </a:r>
            <a:r>
              <a:rPr lang="en-US" b="1" dirty="0"/>
              <a:t>Anton </a:t>
            </a:r>
            <a:r>
              <a:rPr lang="en-US" b="1" dirty="0" err="1"/>
              <a:t>Carniaux</a:t>
            </a:r>
            <a:r>
              <a:rPr lang="en-US" b="0" dirty="0"/>
              <a:t> under oath declared he cannot guarantee EU citizen data not being handed to the US authorities (though he mentioned it never happened)</a:t>
            </a:r>
          </a:p>
          <a:p>
            <a:pPr marL="171450" indent="-171450">
              <a:buFontTx/>
              <a:buChar char="-"/>
            </a:pPr>
            <a:r>
              <a:rPr lang="en-NL" dirty="0"/>
              <a:t>In 2025, the ICC's Chief Prosecutor lost access to his Microsoft-hosted email while under US sanctions. Who made that call is disputed — Microsoft says the ICC did. What isn't disputed is what happened next: the ICC moved to OpenDesk, an open-source suite.</a:t>
            </a:r>
            <a:endParaRPr lang="en-US" dirty="0"/>
          </a:p>
        </p:txBody>
      </p:sp>
      <p:sp>
        <p:nvSpPr>
          <p:cNvPr id="4" name="Slide Number Placeholder 3">
            <a:extLst>
              <a:ext uri="{FF2B5EF4-FFF2-40B4-BE49-F238E27FC236}">
                <a16:creationId xmlns:a16="http://schemas.microsoft.com/office/drawing/2014/main" id="{AA3FFF64-62E2-944E-7C86-B4428D290C3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297193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578A0-5659-5B2F-F137-CC6676139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EDE75C-A967-1501-597D-CAF3C5A7B517}"/>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8A380E4C-0741-A54C-8ED8-AFD8C7015A56}"/>
              </a:ext>
            </a:extLst>
          </p:cNvPr>
          <p:cNvSpPr>
            <a:spLocks noGrp="1"/>
          </p:cNvSpPr>
          <p:nvPr>
            <p:ph type="body" idx="1"/>
          </p:nvPr>
        </p:nvSpPr>
        <p:spPr/>
        <p:txBody>
          <a:bodyPr/>
          <a:lstStyle/>
          <a:p>
            <a:pPr marL="171450" indent="-171450">
              <a:buFontTx/>
              <a:buChar char="-"/>
            </a:pPr>
            <a:r>
              <a:rPr lang="en-US" dirty="0"/>
              <a:t>We all know the joke “America innovates, China replicates and the EU regulates”</a:t>
            </a:r>
          </a:p>
          <a:p>
            <a:pPr marL="171450" indent="-171450">
              <a:buFontTx/>
              <a:buChar char="-"/>
            </a:pPr>
            <a:r>
              <a:rPr lang="en-US" dirty="0"/>
              <a:t>Seeing the amount of control of data, services and organizations moving away to US </a:t>
            </a:r>
            <a:r>
              <a:rPr lang="en-US" dirty="0" err="1"/>
              <a:t>hyperscalers</a:t>
            </a:r>
            <a:r>
              <a:rPr lang="en-US" dirty="0"/>
              <a:t> the EU tried to implement regulations so EU citizen data was protected from US laws</a:t>
            </a:r>
          </a:p>
          <a:p>
            <a:pPr marL="171450" indent="-171450">
              <a:buFontTx/>
              <a:buChar char="-"/>
            </a:pPr>
            <a:r>
              <a:rPr lang="en-US" dirty="0"/>
              <a:t>However these are under constant pressure and each new attempt is shot down faster</a:t>
            </a:r>
          </a:p>
          <a:p>
            <a:pPr marL="171450" indent="-171450">
              <a:buFontTx/>
              <a:buChar char="-"/>
            </a:pPr>
            <a:r>
              <a:rPr lang="en-NL" b="1" dirty="0"/>
              <a:t>So if the paperwork can't fix this, what actually can? That depends on what we mean by sovereignty, and almost everyone means something different.</a:t>
            </a:r>
            <a:endParaRPr lang="en-US" b="1" dirty="0"/>
          </a:p>
        </p:txBody>
      </p:sp>
      <p:sp>
        <p:nvSpPr>
          <p:cNvPr id="4" name="Slide Number Placeholder 3">
            <a:extLst>
              <a:ext uri="{FF2B5EF4-FFF2-40B4-BE49-F238E27FC236}">
                <a16:creationId xmlns:a16="http://schemas.microsoft.com/office/drawing/2014/main" id="{AEB9838E-CC96-BDF2-0C22-48B1BA09447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001655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9A685-0DAF-3372-8A9C-F5EDD6D8F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85819-B436-8AA4-6AEA-92671F79437A}"/>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35994197-7056-622D-B02B-CF2E7BF67FC0}"/>
              </a:ext>
            </a:extLst>
          </p:cNvPr>
          <p:cNvSpPr>
            <a:spLocks noGrp="1"/>
          </p:cNvSpPr>
          <p:nvPr>
            <p:ph type="body" idx="1"/>
          </p:nvPr>
        </p:nvSpPr>
        <p:spPr/>
        <p:txBody>
          <a:bodyPr/>
          <a:lstStyle/>
          <a:p>
            <a:pPr marL="171450" indent="-171450">
              <a:buFontTx/>
              <a:buChar char="-"/>
            </a:pPr>
            <a:r>
              <a:rPr lang="en-NL" dirty="0"/>
              <a:t>The quote above is the political definition. No organisation will ever have that, and I'm not going to pretend otherwise. But strip out the absolutism and there's a usable core underneath</a:t>
            </a:r>
            <a:endParaRPr lang="en-US" noProof="0" dirty="0"/>
          </a:p>
          <a:p>
            <a:pPr marL="171450" indent="-171450">
              <a:buFontTx/>
              <a:buChar char="-"/>
            </a:pPr>
            <a:r>
              <a:rPr lang="en-US" noProof="0" dirty="0"/>
              <a:t>Now if we want to take back sovereignty on our data platform based on a </a:t>
            </a:r>
            <a:r>
              <a:rPr lang="en-US" noProof="0" dirty="0" err="1"/>
              <a:t>organisational</a:t>
            </a:r>
            <a:r>
              <a:rPr lang="en-US" noProof="0" dirty="0"/>
              <a:t> level we have to ask ourselves three questions:</a:t>
            </a:r>
          </a:p>
          <a:p>
            <a:pPr marL="628650" lvl="1" indent="-171450">
              <a:buFontTx/>
              <a:buChar char="-"/>
            </a:pPr>
            <a:r>
              <a:rPr lang="en-US" noProof="0" dirty="0"/>
              <a:t>Who can access our data?</a:t>
            </a:r>
          </a:p>
          <a:p>
            <a:pPr marL="628650" lvl="1" indent="-171450">
              <a:buFontTx/>
              <a:buChar char="-"/>
            </a:pPr>
            <a:r>
              <a:rPr lang="en-US" noProof="0" dirty="0"/>
              <a:t>Who can switch off our data platform?</a:t>
            </a:r>
          </a:p>
          <a:p>
            <a:pPr marL="628650" lvl="1" indent="-171450">
              <a:buFontTx/>
              <a:buChar char="-"/>
            </a:pPr>
            <a:r>
              <a:rPr lang="en-US" noProof="0" dirty="0"/>
              <a:t>Who sets the terms of our data platform?</a:t>
            </a:r>
          </a:p>
          <a:p>
            <a:pPr marL="171450" lvl="0" indent="-171450">
              <a:buFontTx/>
              <a:buChar char="-"/>
            </a:pPr>
            <a:r>
              <a:rPr lang="en-US" noProof="0" dirty="0"/>
              <a:t>This means that sovereignty doesn’t just mean “move your data platform from a US </a:t>
            </a:r>
            <a:r>
              <a:rPr lang="en-US" noProof="0" dirty="0" err="1"/>
              <a:t>hyperscaler</a:t>
            </a:r>
            <a:r>
              <a:rPr lang="en-US" noProof="0" dirty="0"/>
              <a:t> to an EU one” since the EU based </a:t>
            </a:r>
            <a:r>
              <a:rPr lang="en-US" noProof="0" dirty="0" err="1"/>
              <a:t>hyperscaler</a:t>
            </a:r>
            <a:r>
              <a:rPr lang="en-US" noProof="0" dirty="0"/>
              <a:t> could still have an influence on the questions above</a:t>
            </a:r>
          </a:p>
          <a:p>
            <a:pPr marL="171450" lvl="0" indent="-171450">
              <a:buFontTx/>
              <a:buChar char="-"/>
            </a:pPr>
            <a:r>
              <a:rPr lang="en-US" noProof="0" dirty="0"/>
              <a:t>Instead it means we – as an </a:t>
            </a:r>
            <a:r>
              <a:rPr lang="en-US" noProof="0" dirty="0" err="1"/>
              <a:t>organisation</a:t>
            </a:r>
            <a:r>
              <a:rPr lang="en-US" noProof="0" dirty="0"/>
              <a:t> – have to take back control on data access, data platform control and on our own terms.</a:t>
            </a:r>
          </a:p>
        </p:txBody>
      </p:sp>
      <p:sp>
        <p:nvSpPr>
          <p:cNvPr id="4" name="Slide Number Placeholder 3">
            <a:extLst>
              <a:ext uri="{FF2B5EF4-FFF2-40B4-BE49-F238E27FC236}">
                <a16:creationId xmlns:a16="http://schemas.microsoft.com/office/drawing/2014/main" id="{03563002-EA6F-BA89-65D6-39FDC487D38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43271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8CCC9-1080-EC37-D1B3-D9353142E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2FAB7-2F94-97B6-8404-C000C774DBFE}"/>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3884FEF1-A934-D490-1D34-184818CD4527}"/>
              </a:ext>
            </a:extLst>
          </p:cNvPr>
          <p:cNvSpPr>
            <a:spLocks noGrp="1"/>
          </p:cNvSpPr>
          <p:nvPr>
            <p:ph type="body" idx="1"/>
          </p:nvPr>
        </p:nvSpPr>
        <p:spPr/>
        <p:txBody>
          <a:bodyPr/>
          <a:lstStyle/>
          <a:p>
            <a:pPr marL="171450" indent="-171450">
              <a:buFontTx/>
              <a:buChar char="-"/>
            </a:pPr>
            <a:r>
              <a:rPr lang="nl-NL" noProof="0" dirty="0"/>
              <a:t>Most </a:t>
            </a:r>
            <a:r>
              <a:rPr lang="nl-NL" noProof="0" dirty="0" err="1"/>
              <a:t>organisations</a:t>
            </a:r>
            <a:r>
              <a:rPr lang="nl-NL" noProof="0" dirty="0"/>
              <a:t> </a:t>
            </a:r>
            <a:r>
              <a:rPr lang="nl-NL" noProof="0" dirty="0" err="1"/>
              <a:t>think</a:t>
            </a:r>
            <a:r>
              <a:rPr lang="nl-NL" noProof="0" dirty="0"/>
              <a:t> </a:t>
            </a:r>
            <a:r>
              <a:rPr lang="nl-NL" noProof="0" dirty="0" err="1"/>
              <a:t>about</a:t>
            </a:r>
            <a:r>
              <a:rPr lang="nl-NL" noProof="0" dirty="0"/>
              <a:t> </a:t>
            </a:r>
            <a:r>
              <a:rPr lang="nl-NL" noProof="0" dirty="0" err="1"/>
              <a:t>the</a:t>
            </a:r>
            <a:r>
              <a:rPr lang="nl-NL" noProof="0" dirty="0"/>
              <a:t> first </a:t>
            </a:r>
            <a:r>
              <a:rPr lang="nl-NL" noProof="0" dirty="0" err="1"/>
              <a:t>layer</a:t>
            </a:r>
            <a:r>
              <a:rPr lang="nl-NL" noProof="0" dirty="0"/>
              <a:t> </a:t>
            </a:r>
            <a:r>
              <a:rPr lang="nl-NL" noProof="0" dirty="0" err="1"/>
              <a:t>and</a:t>
            </a:r>
            <a:r>
              <a:rPr lang="nl-NL" noProof="0" dirty="0"/>
              <a:t> </a:t>
            </a:r>
            <a:r>
              <a:rPr lang="nl-NL" noProof="0" dirty="0" err="1"/>
              <a:t>implement</a:t>
            </a:r>
            <a:r>
              <a:rPr lang="nl-NL" noProof="0" dirty="0"/>
              <a:t> </a:t>
            </a:r>
            <a:r>
              <a:rPr lang="nl-NL" noProof="0" dirty="0" err="1"/>
              <a:t>encryption</a:t>
            </a:r>
            <a:r>
              <a:rPr lang="nl-NL" noProof="0" dirty="0"/>
              <a:t>, </a:t>
            </a:r>
            <a:r>
              <a:rPr lang="nl-NL" noProof="0" dirty="0" err="1"/>
              <a:t>policies</a:t>
            </a:r>
            <a:r>
              <a:rPr lang="nl-NL" noProof="0" dirty="0"/>
              <a:t>, </a:t>
            </a:r>
            <a:r>
              <a:rPr lang="nl-NL" noProof="0" dirty="0" err="1"/>
              <a:t>autorisation</a:t>
            </a:r>
            <a:r>
              <a:rPr lang="nl-NL" noProof="0" dirty="0"/>
              <a:t>, </a:t>
            </a:r>
            <a:r>
              <a:rPr lang="nl-NL" noProof="0" dirty="0" err="1"/>
              <a:t>etc</a:t>
            </a:r>
            <a:r>
              <a:rPr lang="nl-NL" noProof="0" dirty="0"/>
              <a:t> </a:t>
            </a:r>
            <a:r>
              <a:rPr lang="nl-NL" noProof="0" dirty="0" err="1"/>
              <a:t>to</a:t>
            </a:r>
            <a:r>
              <a:rPr lang="nl-NL" noProof="0" dirty="0"/>
              <a:t> </a:t>
            </a:r>
            <a:r>
              <a:rPr lang="nl-NL" noProof="0" dirty="0" err="1"/>
              <a:t>protect</a:t>
            </a:r>
            <a:r>
              <a:rPr lang="nl-NL" noProof="0" dirty="0"/>
              <a:t> </a:t>
            </a:r>
            <a:r>
              <a:rPr lang="nl-NL" noProof="0" dirty="0" err="1"/>
              <a:t>it</a:t>
            </a:r>
            <a:r>
              <a:rPr lang="nl-NL" noProof="0" dirty="0"/>
              <a:t>, but do </a:t>
            </a:r>
            <a:r>
              <a:rPr lang="nl-NL" noProof="0" dirty="0" err="1"/>
              <a:t>nothing</a:t>
            </a:r>
            <a:r>
              <a:rPr lang="nl-NL" noProof="0" dirty="0"/>
              <a:t> </a:t>
            </a:r>
            <a:r>
              <a:rPr lang="nl-NL" noProof="0" dirty="0" err="1"/>
              <a:t>about</a:t>
            </a:r>
            <a:r>
              <a:rPr lang="nl-NL" noProof="0" dirty="0"/>
              <a:t> </a:t>
            </a:r>
            <a:r>
              <a:rPr lang="nl-NL" noProof="0" dirty="0" err="1"/>
              <a:t>the</a:t>
            </a:r>
            <a:r>
              <a:rPr lang="nl-NL" noProof="0" dirty="0"/>
              <a:t> </a:t>
            </a:r>
            <a:r>
              <a:rPr lang="nl-NL" noProof="0" dirty="0" err="1"/>
              <a:t>layers</a:t>
            </a:r>
            <a:r>
              <a:rPr lang="nl-NL" noProof="0" dirty="0"/>
              <a:t> </a:t>
            </a:r>
            <a:r>
              <a:rPr lang="nl-NL" noProof="0" dirty="0" err="1"/>
              <a:t>underneath</a:t>
            </a:r>
            <a:r>
              <a:rPr lang="nl-NL" noProof="0" dirty="0"/>
              <a:t> </a:t>
            </a:r>
            <a:r>
              <a:rPr lang="nl-NL" noProof="0" dirty="0" err="1"/>
              <a:t>it</a:t>
            </a:r>
            <a:endParaRPr lang="nl-NL" noProof="0" dirty="0"/>
          </a:p>
          <a:p>
            <a:pPr marL="171450" indent="-171450">
              <a:buFontTx/>
              <a:buChar char="-"/>
            </a:pPr>
            <a:r>
              <a:rPr lang="nl-NL" noProof="0" dirty="0" err="1"/>
              <a:t>Remember</a:t>
            </a:r>
            <a:r>
              <a:rPr lang="nl-NL" noProof="0" dirty="0"/>
              <a:t>: </a:t>
            </a:r>
            <a:r>
              <a:rPr lang="nl-NL" noProof="0" dirty="0" err="1"/>
              <a:t>turning</a:t>
            </a:r>
            <a:r>
              <a:rPr lang="nl-NL" noProof="0" dirty="0"/>
              <a:t> off access </a:t>
            </a:r>
            <a:r>
              <a:rPr lang="nl-NL" noProof="0" dirty="0" err="1"/>
              <a:t>to</a:t>
            </a:r>
            <a:r>
              <a:rPr lang="nl-NL" noProof="0" dirty="0"/>
              <a:t> </a:t>
            </a:r>
            <a:r>
              <a:rPr lang="nl-NL" noProof="0" dirty="0" err="1"/>
              <a:t>your</a:t>
            </a:r>
            <a:r>
              <a:rPr lang="nl-NL" noProof="0" dirty="0"/>
              <a:t> platform – </a:t>
            </a:r>
            <a:r>
              <a:rPr lang="nl-NL" noProof="0" dirty="0" err="1"/>
              <a:t>just</a:t>
            </a:r>
            <a:r>
              <a:rPr lang="nl-NL" noProof="0" dirty="0"/>
              <a:t> like </a:t>
            </a:r>
            <a:r>
              <a:rPr lang="nl-NL" noProof="0" dirty="0" err="1"/>
              <a:t>the</a:t>
            </a:r>
            <a:r>
              <a:rPr lang="nl-NL" noProof="0" dirty="0"/>
              <a:t> ICC mailbox – </a:t>
            </a:r>
            <a:r>
              <a:rPr lang="nl-NL" noProof="0" dirty="0" err="1"/>
              <a:t>requires</a:t>
            </a:r>
            <a:r>
              <a:rPr lang="nl-NL" noProof="0" dirty="0"/>
              <a:t> different </a:t>
            </a:r>
            <a:r>
              <a:rPr lang="nl-NL" noProof="0" dirty="0" err="1"/>
              <a:t>protection</a:t>
            </a:r>
            <a:r>
              <a:rPr lang="nl-NL" noProof="0" dirty="0"/>
              <a:t> </a:t>
            </a:r>
            <a:r>
              <a:rPr lang="nl-NL" noProof="0" dirty="0" err="1"/>
              <a:t>measures</a:t>
            </a:r>
            <a:r>
              <a:rPr lang="nl-NL" noProof="0" dirty="0"/>
              <a:t> </a:t>
            </a:r>
            <a:r>
              <a:rPr lang="nl-NL" noProof="0" dirty="0" err="1"/>
              <a:t>than</a:t>
            </a:r>
            <a:r>
              <a:rPr lang="nl-NL" noProof="0" dirty="0"/>
              <a:t> </a:t>
            </a:r>
            <a:r>
              <a:rPr lang="nl-NL" noProof="0" dirty="0" err="1"/>
              <a:t>your</a:t>
            </a:r>
            <a:r>
              <a:rPr lang="nl-NL" noProof="0" dirty="0"/>
              <a:t> data</a:t>
            </a:r>
            <a:endParaRPr lang="en-US" noProof="0" dirty="0"/>
          </a:p>
        </p:txBody>
      </p:sp>
      <p:sp>
        <p:nvSpPr>
          <p:cNvPr id="4" name="Slide Number Placeholder 3">
            <a:extLst>
              <a:ext uri="{FF2B5EF4-FFF2-40B4-BE49-F238E27FC236}">
                <a16:creationId xmlns:a16="http://schemas.microsoft.com/office/drawing/2014/main" id="{ADE465F6-6F9C-8522-A7C7-EA9C27BB3CC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696140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649AD-3B03-8755-D7CD-C68C48F838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23D46-1C10-5741-1B32-CAD25422AAC5}"/>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5C70A5C9-8D12-8571-F399-6BCFCC61D1B7}"/>
              </a:ext>
            </a:extLst>
          </p:cNvPr>
          <p:cNvSpPr>
            <a:spLocks noGrp="1"/>
          </p:cNvSpPr>
          <p:nvPr>
            <p:ph type="body" idx="1"/>
          </p:nvPr>
        </p:nvSpPr>
        <p:spPr/>
        <p:txBody>
          <a:bodyPr/>
          <a:lstStyle/>
          <a:p>
            <a:pPr marL="171450" indent="-171450">
              <a:buFontTx/>
              <a:buChar char="-"/>
            </a:pPr>
            <a:r>
              <a:rPr lang="en-NL" dirty="0"/>
              <a:t>The European Commission's cloud sovereignty framework grades vendors on eight objectives and assurance levels running from SEAL-0, a complete lack of sovereignty, to SEAL-4, which requires a full EU supply chain from chips to software.</a:t>
            </a:r>
          </a:p>
          <a:p>
            <a:pPr marL="171450" indent="-171450">
              <a:buFontTx/>
              <a:buChar char="-"/>
            </a:pPr>
            <a:r>
              <a:rPr lang="en-NL" b="0" dirty="0"/>
              <a:t>Levels:</a:t>
            </a:r>
          </a:p>
          <a:p>
            <a:pPr marL="628650" lvl="1" indent="-171450">
              <a:buFontTx/>
              <a:buChar char="-"/>
            </a:pPr>
            <a:r>
              <a:rPr lang="en-NL" b="0" dirty="0"/>
              <a:t>1 = Data stored in EU</a:t>
            </a:r>
          </a:p>
          <a:p>
            <a:pPr marL="628650" lvl="1" indent="-171450">
              <a:buFontTx/>
              <a:buChar char="-"/>
            </a:pPr>
            <a:r>
              <a:rPr lang="en-NL" b="0" dirty="0"/>
              <a:t>2 = Only EU personal can approve access to data, board of directors made of Europeans to oversee EU data centers (Microsoft Sovereign Cloud), owner is still US</a:t>
            </a:r>
          </a:p>
          <a:p>
            <a:pPr marL="628650" lvl="1" indent="-171450">
              <a:buFontTx/>
              <a:buChar char="-"/>
            </a:pPr>
            <a:r>
              <a:rPr lang="en-NL" b="0" dirty="0"/>
              <a:t>3 = National partner cloud with a European legal entity</a:t>
            </a:r>
          </a:p>
          <a:p>
            <a:pPr marL="628650" lvl="1" indent="-171450">
              <a:buFontTx/>
              <a:buChar char="-"/>
            </a:pPr>
            <a:r>
              <a:rPr lang="en-NL" b="0" dirty="0"/>
              <a:t>4 = Supply change independ</a:t>
            </a:r>
            <a:r>
              <a:rPr lang="en-GB" b="0" dirty="0"/>
              <a:t>e</a:t>
            </a:r>
            <a:r>
              <a:rPr lang="en-NL" b="0" dirty="0"/>
              <a:t>nce. For instance on level 3 Microsoft tech can be operated by a EU partner cloud but if Microsoft changes the license you will still be affected</a:t>
            </a:r>
          </a:p>
          <a:p>
            <a:pPr marL="171450" lvl="0" indent="-171450">
              <a:buFontTx/>
              <a:buChar char="-"/>
            </a:pPr>
            <a:r>
              <a:rPr lang="en-NL" b="0" dirty="0"/>
              <a:t>In terms of the four layers: Microsoft solves the who can access (tier 2), who can switch it off (tier 3) but can never solve who sets the terms since the software needs to be licensed from Microsoft</a:t>
            </a:r>
          </a:p>
          <a:p>
            <a:pPr marL="171450" lvl="0" indent="-171450">
              <a:buFontTx/>
              <a:buChar char="-"/>
            </a:pPr>
            <a:r>
              <a:rPr lang="en-NL" b="0" dirty="0"/>
              <a:t>They only thing that realistic can achieve level four is a European open-source data platform that removes the license dependance, </a:t>
            </a:r>
            <a:r>
              <a:rPr lang="en-NL" b="1" dirty="0"/>
              <a:t>but to truly reach SEAL-4</a:t>
            </a:r>
            <a:r>
              <a:rPr lang="en-NL" b="0" dirty="0"/>
              <a:t> in that case also the hardware should be EU build as well.</a:t>
            </a:r>
            <a:br>
              <a:rPr lang="en-NL" b="0" dirty="0"/>
            </a:br>
            <a:r>
              <a:rPr lang="en-NL" b="1" dirty="0"/>
              <a:t>Nobody is in SEAL-4 yet</a:t>
            </a:r>
            <a:endParaRPr lang="en-US" b="0" dirty="0"/>
          </a:p>
        </p:txBody>
      </p:sp>
      <p:sp>
        <p:nvSpPr>
          <p:cNvPr id="4" name="Slide Number Placeholder 3">
            <a:extLst>
              <a:ext uri="{FF2B5EF4-FFF2-40B4-BE49-F238E27FC236}">
                <a16:creationId xmlns:a16="http://schemas.microsoft.com/office/drawing/2014/main" id="{FFFA00C3-E07F-26EB-5185-4A84D3A881FE}"/>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014452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1D706-D5EA-901A-E9C4-4E4A86C6B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34500-CE33-D398-F9C6-826ECFD02CF7}"/>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D1203274-3E82-7721-3C43-AA370742E6A4}"/>
              </a:ext>
            </a:extLst>
          </p:cNvPr>
          <p:cNvSpPr>
            <a:spLocks noGrp="1"/>
          </p:cNvSpPr>
          <p:nvPr>
            <p:ph type="body" idx="1"/>
          </p:nvPr>
        </p:nvSpPr>
        <p:spPr/>
        <p:txBody>
          <a:bodyPr/>
          <a:lstStyle/>
          <a:p>
            <a:pPr marL="171450" indent="-171450">
              <a:buFontTx/>
              <a:buChar char="-"/>
            </a:pPr>
            <a:r>
              <a:rPr lang="nl-NL" b="0" dirty="0" err="1"/>
              <a:t>Not</a:t>
            </a:r>
            <a:r>
              <a:rPr lang="nl-NL" b="0" dirty="0"/>
              <a:t> </a:t>
            </a:r>
            <a:r>
              <a:rPr lang="nl-NL" b="0" dirty="0" err="1"/>
              <a:t>all</a:t>
            </a:r>
            <a:r>
              <a:rPr lang="nl-NL" b="0" dirty="0"/>
              <a:t> </a:t>
            </a:r>
            <a:r>
              <a:rPr lang="nl-NL" b="0" dirty="0" err="1"/>
              <a:t>your</a:t>
            </a:r>
            <a:r>
              <a:rPr lang="nl-NL" b="0" dirty="0"/>
              <a:t> data or </a:t>
            </a:r>
            <a:r>
              <a:rPr lang="nl-NL" b="0" dirty="0" err="1"/>
              <a:t>workloads</a:t>
            </a:r>
            <a:r>
              <a:rPr lang="nl-NL" b="0" dirty="0"/>
              <a:t> </a:t>
            </a:r>
            <a:r>
              <a:rPr lang="nl-NL" b="0" dirty="0" err="1"/>
              <a:t>demand</a:t>
            </a:r>
            <a:r>
              <a:rPr lang="nl-NL" b="0" dirty="0"/>
              <a:t> </a:t>
            </a:r>
            <a:r>
              <a:rPr lang="nl-NL" b="0" dirty="0" err="1"/>
              <a:t>the</a:t>
            </a:r>
            <a:r>
              <a:rPr lang="nl-NL" b="0" dirty="0"/>
              <a:t> </a:t>
            </a:r>
            <a:r>
              <a:rPr lang="nl-NL" b="0" dirty="0" err="1"/>
              <a:t>same</a:t>
            </a:r>
            <a:r>
              <a:rPr lang="nl-NL" b="0" dirty="0"/>
              <a:t> level of </a:t>
            </a:r>
            <a:r>
              <a:rPr lang="nl-NL" b="0" dirty="0" err="1"/>
              <a:t>sovereignty</a:t>
            </a:r>
            <a:endParaRPr lang="nl-NL" b="0" dirty="0"/>
          </a:p>
          <a:p>
            <a:pPr marL="171450" indent="-171450">
              <a:buFontTx/>
              <a:buChar char="-"/>
            </a:pPr>
            <a:r>
              <a:rPr lang="nl-NL" b="0" dirty="0" err="1"/>
              <a:t>Ask</a:t>
            </a:r>
            <a:r>
              <a:rPr lang="nl-NL" b="0" dirty="0"/>
              <a:t> </a:t>
            </a:r>
            <a:r>
              <a:rPr lang="nl-NL" b="0" dirty="0" err="1"/>
              <a:t>yourself</a:t>
            </a:r>
            <a:r>
              <a:rPr lang="nl-NL" b="0" dirty="0"/>
              <a:t>: </a:t>
            </a:r>
            <a:r>
              <a:rPr lang="en-NL" dirty="0"/>
              <a:t>what happens if this is read, switched off, or repriced?</a:t>
            </a:r>
          </a:p>
          <a:p>
            <a:pPr marL="171450" indent="-171450">
              <a:buFontTx/>
              <a:buChar char="-"/>
            </a:pPr>
            <a:r>
              <a:rPr lang="en-NL" b="1" dirty="0"/>
              <a:t>if you're at level 1 for the right workload, that's a correct answer, the problem often is nobody chooses</a:t>
            </a:r>
            <a:endParaRPr lang="en-US" b="1" dirty="0"/>
          </a:p>
        </p:txBody>
      </p:sp>
      <p:sp>
        <p:nvSpPr>
          <p:cNvPr id="4" name="Slide Number Placeholder 3">
            <a:extLst>
              <a:ext uri="{FF2B5EF4-FFF2-40B4-BE49-F238E27FC236}">
                <a16:creationId xmlns:a16="http://schemas.microsoft.com/office/drawing/2014/main" id="{11956A14-48BE-081F-C832-191DF4F843A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983270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753E9-7CB0-34D3-04C4-81E0053F9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879C7-4C53-1999-0277-A1072F940328}"/>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1BB2B657-79AE-B9F3-EBE8-74161350B5D0}"/>
              </a:ext>
            </a:extLst>
          </p:cNvPr>
          <p:cNvSpPr>
            <a:spLocks noGrp="1"/>
          </p:cNvSpPr>
          <p:nvPr>
            <p:ph type="body" idx="1"/>
          </p:nvPr>
        </p:nvSpPr>
        <p:spPr/>
        <p:txBody>
          <a:bodyPr/>
          <a:lstStyle/>
          <a:p>
            <a:pPr marL="171450" indent="-171450">
              <a:buFontTx/>
              <a:buChar char="-"/>
            </a:pPr>
            <a:r>
              <a:rPr lang="nl-NL" noProof="0" dirty="0"/>
              <a:t>These are </a:t>
            </a:r>
            <a:r>
              <a:rPr lang="nl-NL" noProof="0" dirty="0" err="1"/>
              <a:t>just</a:t>
            </a:r>
            <a:r>
              <a:rPr lang="nl-NL" noProof="0" dirty="0"/>
              <a:t> </a:t>
            </a:r>
            <a:r>
              <a:rPr lang="nl-NL" noProof="0" dirty="0" err="1"/>
              <a:t>some</a:t>
            </a:r>
            <a:r>
              <a:rPr lang="nl-NL" noProof="0" dirty="0"/>
              <a:t> </a:t>
            </a:r>
            <a:r>
              <a:rPr lang="nl-NL" noProof="0" dirty="0" err="1"/>
              <a:t>principles</a:t>
            </a:r>
            <a:r>
              <a:rPr lang="nl-NL" noProof="0" dirty="0"/>
              <a:t> </a:t>
            </a:r>
            <a:r>
              <a:rPr lang="nl-NL" noProof="0" dirty="0" err="1"/>
              <a:t>you</a:t>
            </a:r>
            <a:r>
              <a:rPr lang="nl-NL" noProof="0" dirty="0"/>
              <a:t> have </a:t>
            </a:r>
            <a:r>
              <a:rPr lang="nl-NL" noProof="0" dirty="0" err="1"/>
              <a:t>to</a:t>
            </a:r>
            <a:r>
              <a:rPr lang="nl-NL" noProof="0" dirty="0"/>
              <a:t> account </a:t>
            </a:r>
            <a:r>
              <a:rPr lang="nl-NL" noProof="0" dirty="0" err="1"/>
              <a:t>for</a:t>
            </a:r>
            <a:r>
              <a:rPr lang="nl-NL" noProof="0" dirty="0"/>
              <a:t>. </a:t>
            </a:r>
            <a:r>
              <a:rPr lang="nl-NL" noProof="0" dirty="0" err="1"/>
              <a:t>There</a:t>
            </a:r>
            <a:r>
              <a:rPr lang="nl-NL" noProof="0" dirty="0"/>
              <a:t> are more </a:t>
            </a:r>
            <a:r>
              <a:rPr lang="nl-NL" noProof="0" dirty="0" err="1"/>
              <a:t>you</a:t>
            </a:r>
            <a:r>
              <a:rPr lang="nl-NL" noProof="0" dirty="0"/>
              <a:t> </a:t>
            </a:r>
            <a:r>
              <a:rPr lang="nl-NL" noProof="0" dirty="0" err="1"/>
              <a:t>can</a:t>
            </a:r>
            <a:r>
              <a:rPr lang="nl-NL" noProof="0" dirty="0"/>
              <a:t> </a:t>
            </a:r>
            <a:r>
              <a:rPr lang="nl-NL" noProof="0" dirty="0" err="1"/>
              <a:t>define</a:t>
            </a:r>
            <a:r>
              <a:rPr lang="nl-NL" noProof="0" dirty="0"/>
              <a:t> but I </a:t>
            </a:r>
            <a:r>
              <a:rPr lang="nl-NL" noProof="0" dirty="0" err="1"/>
              <a:t>think</a:t>
            </a:r>
            <a:r>
              <a:rPr lang="nl-NL" noProof="0" dirty="0"/>
              <a:t> </a:t>
            </a:r>
            <a:r>
              <a:rPr lang="nl-NL" noProof="0" dirty="0" err="1"/>
              <a:t>you</a:t>
            </a:r>
            <a:r>
              <a:rPr lang="nl-NL" noProof="0" dirty="0"/>
              <a:t> get </a:t>
            </a:r>
            <a:r>
              <a:rPr lang="nl-NL" noProof="0" dirty="0" err="1"/>
              <a:t>the</a:t>
            </a:r>
            <a:r>
              <a:rPr lang="nl-NL" noProof="0" dirty="0"/>
              <a:t> </a:t>
            </a:r>
            <a:r>
              <a:rPr lang="nl-NL" noProof="0" dirty="0" err="1"/>
              <a:t>idea</a:t>
            </a:r>
            <a:r>
              <a:rPr lang="nl-NL" noProof="0" dirty="0"/>
              <a:t> </a:t>
            </a:r>
            <a:r>
              <a:rPr lang="nl-NL" noProof="0" dirty="0" err="1"/>
              <a:t>here</a:t>
            </a:r>
            <a:endParaRPr lang="en-US" noProof="0" dirty="0"/>
          </a:p>
        </p:txBody>
      </p:sp>
      <p:sp>
        <p:nvSpPr>
          <p:cNvPr id="4" name="Slide Number Placeholder 3">
            <a:extLst>
              <a:ext uri="{FF2B5EF4-FFF2-40B4-BE49-F238E27FC236}">
                <a16:creationId xmlns:a16="http://schemas.microsoft.com/office/drawing/2014/main" id="{A33A9A91-8E2D-15B8-A541-92B89EBD3FD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69061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C9BA1-68AC-543C-78AF-1B06DF6A3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92822A-6DF0-C57B-79C7-CFD1209EDCC7}"/>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88E1444D-B2FF-DC79-19FA-0A3CD7AB5514}"/>
              </a:ext>
            </a:extLst>
          </p:cNvPr>
          <p:cNvSpPr>
            <a:spLocks noGrp="1"/>
          </p:cNvSpPr>
          <p:nvPr>
            <p:ph type="body" idx="1"/>
          </p:nvPr>
        </p:nvSpPr>
        <p:spPr/>
        <p:txBody>
          <a:bodyPr/>
          <a:lstStyle/>
          <a:p>
            <a:pPr marL="171450" indent="-171450">
              <a:buFontTx/>
              <a:buChar char="-"/>
            </a:pPr>
            <a:r>
              <a:rPr lang="nl-NL" noProof="0" dirty="0" err="1"/>
              <a:t>Notice</a:t>
            </a:r>
            <a:r>
              <a:rPr lang="nl-NL" noProof="0" dirty="0"/>
              <a:t> I </a:t>
            </a:r>
            <a:r>
              <a:rPr lang="nl-NL" noProof="0" dirty="0" err="1"/>
              <a:t>didn’t</a:t>
            </a:r>
            <a:r>
              <a:rPr lang="nl-NL" noProof="0" dirty="0"/>
              <a:t> say </a:t>
            </a:r>
            <a:r>
              <a:rPr lang="nl-NL" noProof="0" dirty="0" err="1"/>
              <a:t>anything</a:t>
            </a:r>
            <a:r>
              <a:rPr lang="nl-NL" noProof="0" dirty="0"/>
              <a:t> in </a:t>
            </a:r>
            <a:r>
              <a:rPr lang="nl-NL" noProof="0" dirty="0" err="1"/>
              <a:t>the</a:t>
            </a:r>
            <a:r>
              <a:rPr lang="nl-NL" noProof="0" dirty="0"/>
              <a:t> </a:t>
            </a:r>
            <a:r>
              <a:rPr lang="nl-NL" noProof="0" dirty="0" err="1"/>
              <a:t>principles</a:t>
            </a:r>
            <a:r>
              <a:rPr lang="nl-NL" noProof="0" dirty="0"/>
              <a:t> </a:t>
            </a:r>
            <a:r>
              <a:rPr lang="nl-NL" noProof="0" dirty="0" err="1"/>
              <a:t>about</a:t>
            </a:r>
            <a:r>
              <a:rPr lang="nl-NL" noProof="0" dirty="0"/>
              <a:t> </a:t>
            </a:r>
            <a:r>
              <a:rPr lang="nl-NL" noProof="0" dirty="0" err="1"/>
              <a:t>it</a:t>
            </a:r>
            <a:r>
              <a:rPr lang="nl-NL" noProof="0" dirty="0"/>
              <a:t> </a:t>
            </a:r>
            <a:r>
              <a:rPr lang="nl-NL" noProof="0" dirty="0" err="1"/>
              <a:t>having</a:t>
            </a:r>
            <a:r>
              <a:rPr lang="nl-NL" noProof="0" dirty="0"/>
              <a:t> </a:t>
            </a:r>
            <a:r>
              <a:rPr lang="nl-NL" noProof="0" dirty="0" err="1"/>
              <a:t>to</a:t>
            </a:r>
            <a:r>
              <a:rPr lang="nl-NL" noProof="0" dirty="0"/>
              <a:t> </a:t>
            </a:r>
            <a:r>
              <a:rPr lang="nl-NL" noProof="0" dirty="0" err="1"/>
              <a:t>be</a:t>
            </a:r>
            <a:r>
              <a:rPr lang="nl-NL" noProof="0" dirty="0"/>
              <a:t> open source?</a:t>
            </a:r>
          </a:p>
          <a:p>
            <a:pPr marL="171450" indent="-171450">
              <a:buFontTx/>
              <a:buChar char="-"/>
            </a:pPr>
            <a:r>
              <a:rPr lang="nl-NL" noProof="0" dirty="0"/>
              <a:t>Open source </a:t>
            </a:r>
            <a:r>
              <a:rPr lang="nl-NL" noProof="0" dirty="0" err="1"/>
              <a:t>licenses</a:t>
            </a:r>
            <a:r>
              <a:rPr lang="nl-NL" noProof="0" dirty="0"/>
              <a:t> </a:t>
            </a:r>
            <a:r>
              <a:rPr lang="nl-NL" noProof="0" dirty="0" err="1"/>
              <a:t>can</a:t>
            </a:r>
            <a:r>
              <a:rPr lang="nl-NL" noProof="0" dirty="0"/>
              <a:t> change. For </a:t>
            </a:r>
            <a:r>
              <a:rPr lang="nl-NL" noProof="0" dirty="0" err="1"/>
              <a:t>instance</a:t>
            </a:r>
            <a:r>
              <a:rPr lang="nl-NL" noProof="0" dirty="0"/>
              <a:t> </a:t>
            </a:r>
            <a:r>
              <a:rPr lang="nl-NL" noProof="0" dirty="0" err="1"/>
              <a:t>Terraform</a:t>
            </a:r>
            <a:r>
              <a:rPr lang="nl-NL" noProof="0" dirty="0"/>
              <a:t>, </a:t>
            </a:r>
            <a:r>
              <a:rPr lang="nl-NL" noProof="0" dirty="0" err="1"/>
              <a:t>Redis</a:t>
            </a:r>
            <a:r>
              <a:rPr lang="nl-NL" noProof="0" dirty="0"/>
              <a:t> </a:t>
            </a:r>
            <a:r>
              <a:rPr lang="nl-NL" noProof="0" dirty="0" err="1"/>
              <a:t>and</a:t>
            </a:r>
            <a:r>
              <a:rPr lang="nl-NL" noProof="0" dirty="0"/>
              <a:t> </a:t>
            </a:r>
            <a:r>
              <a:rPr lang="nl-NL" noProof="0" dirty="0" err="1"/>
              <a:t>Elastic</a:t>
            </a:r>
            <a:r>
              <a:rPr lang="nl-NL" noProof="0" dirty="0"/>
              <a:t> have </a:t>
            </a:r>
            <a:r>
              <a:rPr lang="nl-NL" noProof="0" dirty="0" err="1"/>
              <a:t>all</a:t>
            </a:r>
            <a:r>
              <a:rPr lang="nl-NL" noProof="0" dirty="0"/>
              <a:t> </a:t>
            </a:r>
            <a:r>
              <a:rPr lang="nl-NL" noProof="0" dirty="0" err="1"/>
              <a:t>changed</a:t>
            </a:r>
            <a:r>
              <a:rPr lang="nl-NL" noProof="0" dirty="0"/>
              <a:t> </a:t>
            </a:r>
            <a:r>
              <a:rPr lang="nl-NL" noProof="0" dirty="0" err="1"/>
              <a:t>their</a:t>
            </a:r>
            <a:r>
              <a:rPr lang="nl-NL" noProof="0" dirty="0"/>
              <a:t> </a:t>
            </a:r>
            <a:r>
              <a:rPr lang="nl-NL" noProof="0" dirty="0" err="1"/>
              <a:t>licenses</a:t>
            </a:r>
            <a:r>
              <a:rPr lang="nl-NL" noProof="0" dirty="0"/>
              <a:t>.</a:t>
            </a:r>
          </a:p>
          <a:p>
            <a:pPr marL="171450" indent="-171450">
              <a:buFontTx/>
              <a:buChar char="-"/>
            </a:pPr>
            <a:r>
              <a:rPr lang="nl-NL" noProof="0" dirty="0"/>
              <a:t>The </a:t>
            </a:r>
            <a:r>
              <a:rPr lang="nl-NL" noProof="0" dirty="0" err="1"/>
              <a:t>key</a:t>
            </a:r>
            <a:r>
              <a:rPr lang="nl-NL" noProof="0" dirty="0"/>
              <a:t> check </a:t>
            </a:r>
            <a:r>
              <a:rPr lang="nl-NL" noProof="0" dirty="0" err="1"/>
              <a:t>here</a:t>
            </a:r>
            <a:r>
              <a:rPr lang="nl-NL" noProof="0" dirty="0"/>
              <a:t> is </a:t>
            </a:r>
            <a:r>
              <a:rPr lang="nl-NL" noProof="0" dirty="0" err="1"/>
              <a:t>to</a:t>
            </a:r>
            <a:r>
              <a:rPr lang="nl-NL" noProof="0" dirty="0"/>
              <a:t> </a:t>
            </a:r>
            <a:r>
              <a:rPr lang="nl-NL" noProof="0" dirty="0" err="1"/>
              <a:t>validate</a:t>
            </a:r>
            <a:r>
              <a:rPr lang="nl-NL" noProof="0" dirty="0"/>
              <a:t> </a:t>
            </a:r>
            <a:r>
              <a:rPr lang="nl-NL" b="1" noProof="0" dirty="0" err="1"/>
              <a:t>who</a:t>
            </a:r>
            <a:r>
              <a:rPr lang="nl-NL" b="1" noProof="0" dirty="0"/>
              <a:t> </a:t>
            </a:r>
            <a:r>
              <a:rPr lang="nl-NL" b="1" noProof="0" dirty="0" err="1"/>
              <a:t>can</a:t>
            </a:r>
            <a:r>
              <a:rPr lang="nl-NL" b="1" noProof="0" dirty="0"/>
              <a:t> change </a:t>
            </a:r>
            <a:r>
              <a:rPr lang="nl-NL" b="1" noProof="0" dirty="0" err="1"/>
              <a:t>the</a:t>
            </a:r>
            <a:r>
              <a:rPr lang="nl-NL" b="1" noProof="0" dirty="0"/>
              <a:t> </a:t>
            </a:r>
            <a:r>
              <a:rPr lang="nl-NL" b="1" noProof="0" dirty="0" err="1"/>
              <a:t>license</a:t>
            </a:r>
            <a:r>
              <a:rPr lang="nl-NL" b="1" noProof="0" dirty="0"/>
              <a:t>, </a:t>
            </a:r>
            <a:r>
              <a:rPr lang="nl-NL" b="1" noProof="0" dirty="0" err="1"/>
              <a:t>and</a:t>
            </a:r>
            <a:r>
              <a:rPr lang="nl-NL" b="1" noProof="0" dirty="0"/>
              <a:t> </a:t>
            </a:r>
            <a:r>
              <a:rPr lang="nl-NL" b="1" noProof="0" dirty="0" err="1"/>
              <a:t>what</a:t>
            </a:r>
            <a:r>
              <a:rPr lang="nl-NL" b="1" noProof="0" dirty="0"/>
              <a:t> </a:t>
            </a:r>
            <a:r>
              <a:rPr lang="nl-NL" b="1" noProof="0" dirty="0" err="1"/>
              <a:t>happens</a:t>
            </a:r>
            <a:r>
              <a:rPr lang="nl-NL" b="1" noProof="0" dirty="0"/>
              <a:t> </a:t>
            </a:r>
            <a:r>
              <a:rPr lang="nl-NL" b="1" noProof="0" dirty="0" err="1"/>
              <a:t>to</a:t>
            </a:r>
            <a:r>
              <a:rPr lang="nl-NL" b="1" noProof="0" dirty="0"/>
              <a:t> </a:t>
            </a:r>
            <a:r>
              <a:rPr lang="nl-NL" b="1" noProof="0" dirty="0" err="1"/>
              <a:t>us</a:t>
            </a:r>
            <a:r>
              <a:rPr lang="nl-NL" b="1" noProof="0" dirty="0"/>
              <a:t> </a:t>
            </a:r>
            <a:r>
              <a:rPr lang="nl-NL" b="1" noProof="0" dirty="0" err="1"/>
              <a:t>if</a:t>
            </a:r>
            <a:r>
              <a:rPr lang="nl-NL" b="1" noProof="0" dirty="0"/>
              <a:t> </a:t>
            </a:r>
            <a:r>
              <a:rPr lang="nl-NL" b="1" noProof="0" dirty="0" err="1"/>
              <a:t>they</a:t>
            </a:r>
            <a:r>
              <a:rPr lang="nl-NL" b="1" noProof="0" dirty="0"/>
              <a:t> do</a:t>
            </a:r>
            <a:endParaRPr lang="nl-NL" b="0" noProof="0" dirty="0"/>
          </a:p>
          <a:p>
            <a:pPr marL="171450" indent="-171450">
              <a:buFontTx/>
              <a:buChar char="-"/>
            </a:pPr>
            <a:r>
              <a:rPr lang="en-NL" dirty="0"/>
              <a:t>A foundation-governed project with multiple independent contributors behaves differently from a single-vendor project where contributors sign over their rights.</a:t>
            </a:r>
            <a:endParaRPr lang="en-US" noProof="0" dirty="0"/>
          </a:p>
        </p:txBody>
      </p:sp>
      <p:sp>
        <p:nvSpPr>
          <p:cNvPr id="4" name="Slide Number Placeholder 3">
            <a:extLst>
              <a:ext uri="{FF2B5EF4-FFF2-40B4-BE49-F238E27FC236}">
                <a16:creationId xmlns:a16="http://schemas.microsoft.com/office/drawing/2014/main" id="{C33E709D-8428-49C8-B339-98D11BF94EB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14402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B0974-5BCF-B4C4-A26C-2E6BC11D1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A8F28-BFE3-8790-0C5C-34AE6AC7DE5D}"/>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A6DC0F12-8CFB-A0A5-AA77-DB546F7D82C5}"/>
              </a:ext>
            </a:extLst>
          </p:cNvPr>
          <p:cNvSpPr>
            <a:spLocks noGrp="1"/>
          </p:cNvSpPr>
          <p:nvPr>
            <p:ph type="body" idx="1"/>
          </p:nvPr>
        </p:nvSpPr>
        <p:spPr/>
        <p:txBody>
          <a:bodyPr/>
          <a:lstStyle/>
          <a:p>
            <a:pPr marL="171450" indent="-171450">
              <a:buFontTx/>
              <a:buChar char="-"/>
            </a:pPr>
            <a:r>
              <a:rPr lang="en-US" b="0" noProof="0" dirty="0"/>
              <a:t>Explain bottom up, click starts animation</a:t>
            </a:r>
          </a:p>
          <a:p>
            <a:pPr marL="171450" indent="-171450">
              <a:buFontTx/>
              <a:buChar char="-"/>
            </a:pPr>
            <a:r>
              <a:rPr lang="en-US" b="1" noProof="0" dirty="0"/>
              <a:t>Keep in mind that the infrastructure based on level 4 (EU silicon) is not possible</a:t>
            </a:r>
            <a:endParaRPr lang="en-US" b="0" noProof="0" dirty="0"/>
          </a:p>
          <a:p>
            <a:pPr marL="171450" indent="-171450">
              <a:buFontTx/>
              <a:buChar char="-"/>
            </a:pPr>
            <a:r>
              <a:rPr lang="en-US" b="0" noProof="0" dirty="0"/>
              <a:t>In this reference architecture I’ve focused on picking (mostly) open source solutions that are not tied to a single owner that can easily change the license.</a:t>
            </a:r>
          </a:p>
          <a:p>
            <a:pPr marL="171450" indent="-171450">
              <a:buFontTx/>
              <a:buChar char="-"/>
            </a:pPr>
            <a:r>
              <a:rPr lang="en-US" b="0" noProof="0" dirty="0"/>
              <a:t>It is aimed to be an alternative to Microsoft Fabric</a:t>
            </a:r>
          </a:p>
          <a:p>
            <a:pPr marL="171450" indent="-171450">
              <a:buFontTx/>
              <a:buChar char="-"/>
            </a:pPr>
            <a:r>
              <a:rPr lang="en-US" b="0" noProof="0" dirty="0"/>
              <a:t>Notice the lack of control pane: The control pane is the lock-in mechanism and the best feature of Fabric at the same time</a:t>
            </a:r>
            <a:br>
              <a:rPr lang="en-US" b="0" noProof="0" dirty="0"/>
            </a:br>
            <a:r>
              <a:rPr lang="en-US" b="0" noProof="0" dirty="0"/>
              <a:t>Not having this integration is one of the big challenges of having a sovereign, open source, data platform and we will get back on it later</a:t>
            </a:r>
          </a:p>
          <a:p>
            <a:pPr marL="171450" indent="-171450">
              <a:buFontTx/>
              <a:buChar char="-"/>
            </a:pPr>
            <a:r>
              <a:rPr lang="en-US" b="0" noProof="0" dirty="0"/>
              <a:t>Why no </a:t>
            </a:r>
            <a:r>
              <a:rPr lang="en-US" b="0" noProof="0" dirty="0" err="1"/>
              <a:t>MinIO</a:t>
            </a:r>
            <a:r>
              <a:rPr lang="en-US" b="0" noProof="0" dirty="0"/>
              <a:t> for Object Storage? The company abandoned the free open source community edition into maintenance mode in 2025 and archived the repository in February 2026.</a:t>
            </a:r>
            <a:br>
              <a:rPr lang="en-US" b="0" noProof="0" dirty="0"/>
            </a:br>
            <a:r>
              <a:rPr lang="en-US" b="1" noProof="0" dirty="0"/>
              <a:t>This proves the risk around vendor lead open source projects</a:t>
            </a:r>
          </a:p>
          <a:p>
            <a:pPr marL="171450" indent="-171450">
              <a:buFontTx/>
              <a:buChar char="-"/>
            </a:pPr>
            <a:r>
              <a:rPr lang="en-US" b="0" noProof="0" dirty="0"/>
              <a:t>This is also where the </a:t>
            </a:r>
            <a:r>
              <a:rPr lang="en-US" b="1" noProof="0" dirty="0"/>
              <a:t>*</a:t>
            </a:r>
            <a:r>
              <a:rPr lang="en-US" b="0" noProof="0" dirty="0"/>
              <a:t> is. </a:t>
            </a:r>
            <a:r>
              <a:rPr lang="en-NL" dirty="0"/>
              <a:t>dlt, dbt-core, and SQLMesh are all single-vendor projects but the Python and SQL that perform the transformations are owned by you</a:t>
            </a:r>
            <a:endParaRPr lang="en-US" b="0" noProof="0" dirty="0"/>
          </a:p>
          <a:p>
            <a:pPr marL="171450" indent="-171450">
              <a:buFontTx/>
              <a:buChar char="-"/>
            </a:pPr>
            <a:endParaRPr lang="en-US" b="0" noProof="0" dirty="0"/>
          </a:p>
        </p:txBody>
      </p:sp>
      <p:sp>
        <p:nvSpPr>
          <p:cNvPr id="4" name="Slide Number Placeholder 3">
            <a:extLst>
              <a:ext uri="{FF2B5EF4-FFF2-40B4-BE49-F238E27FC236}">
                <a16:creationId xmlns:a16="http://schemas.microsoft.com/office/drawing/2014/main" id="{CB52ECE2-B50F-0A9C-AC15-0A519B51634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764852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pPr marL="171450" indent="-171450">
              <a:buFontTx/>
              <a:buChar char="-"/>
            </a:pPr>
            <a:r>
              <a:rPr lang="en-US" dirty="0"/>
              <a:t>The key part I want to show in this demo is how our principles on </a:t>
            </a:r>
            <a:r>
              <a:rPr lang="en-US" b="1" dirty="0"/>
              <a:t>open formats and easy interchangeable services </a:t>
            </a:r>
            <a:r>
              <a:rPr lang="en-US" dirty="0"/>
              <a:t>can be implemented</a:t>
            </a:r>
          </a:p>
          <a:p>
            <a:pPr marL="171450" indent="-171450">
              <a:buFontTx/>
              <a:buChar char="-"/>
            </a:pPr>
            <a:r>
              <a:rPr lang="en-US" dirty="0"/>
              <a:t>The stack shown is the one I choose to build this demo</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EAD2B-CC8F-69AF-9A1F-BD7A7BB99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EC87A-F7B8-D136-C8C2-8F10DFF68FF8}"/>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C0F87198-B073-533A-9122-8306C5D6AE91}"/>
              </a:ext>
            </a:extLst>
          </p:cNvPr>
          <p:cNvSpPr>
            <a:spLocks noGrp="1"/>
          </p:cNvSpPr>
          <p:nvPr>
            <p:ph type="body" idx="1"/>
          </p:nvPr>
        </p:nvSpPr>
        <p:spPr/>
        <p:txBody>
          <a:bodyPr/>
          <a:lstStyle/>
          <a:p>
            <a:pPr marL="171450" indent="-171450">
              <a:buFontTx/>
              <a:buChar char="-"/>
            </a:pPr>
            <a:r>
              <a:rPr lang="nl-NL" b="0" noProof="0" dirty="0" err="1"/>
              <a:t>Fabrics</a:t>
            </a:r>
            <a:r>
              <a:rPr lang="nl-NL" b="0" noProof="0" dirty="0"/>
              <a:t> control </a:t>
            </a:r>
            <a:r>
              <a:rPr lang="nl-NL" b="0" noProof="0" dirty="0" err="1"/>
              <a:t>plane</a:t>
            </a:r>
            <a:r>
              <a:rPr lang="nl-NL" b="0" noProof="0" dirty="0"/>
              <a:t> is free </a:t>
            </a:r>
            <a:r>
              <a:rPr lang="nl-NL" b="0" noProof="0" dirty="0" err="1"/>
              <a:t>and</a:t>
            </a:r>
            <a:r>
              <a:rPr lang="nl-NL" b="0" noProof="0" dirty="0"/>
              <a:t> </a:t>
            </a:r>
            <a:r>
              <a:rPr lang="nl-NL" b="0" noProof="0" dirty="0" err="1"/>
              <a:t>integrated</a:t>
            </a:r>
            <a:r>
              <a:rPr lang="nl-NL" b="0" noProof="0" dirty="0"/>
              <a:t> </a:t>
            </a:r>
            <a:r>
              <a:rPr lang="nl-NL" b="0" noProof="0" dirty="0" err="1"/>
              <a:t>into</a:t>
            </a:r>
            <a:r>
              <a:rPr lang="nl-NL" b="0" noProof="0" dirty="0"/>
              <a:t> </a:t>
            </a:r>
            <a:r>
              <a:rPr lang="nl-NL" b="0" noProof="0" dirty="0" err="1"/>
              <a:t>the</a:t>
            </a:r>
            <a:r>
              <a:rPr lang="nl-NL" b="0" noProof="0" dirty="0"/>
              <a:t> solution</a:t>
            </a:r>
          </a:p>
          <a:p>
            <a:pPr marL="171450" indent="-171450">
              <a:buFontTx/>
              <a:buChar char="-"/>
            </a:pPr>
            <a:r>
              <a:rPr lang="nl-NL" b="0" noProof="0" dirty="0" err="1"/>
              <a:t>Your</a:t>
            </a:r>
            <a:r>
              <a:rPr lang="nl-NL" b="0" noProof="0" dirty="0"/>
              <a:t> control </a:t>
            </a:r>
            <a:r>
              <a:rPr lang="nl-NL" b="0" noProof="0" dirty="0" err="1"/>
              <a:t>plane</a:t>
            </a:r>
            <a:r>
              <a:rPr lang="nl-NL" b="0" noProof="0" dirty="0"/>
              <a:t> is </a:t>
            </a:r>
            <a:r>
              <a:rPr lang="nl-NL" b="0" noProof="0" dirty="0" err="1"/>
              <a:t>all</a:t>
            </a:r>
            <a:r>
              <a:rPr lang="nl-NL" b="0" noProof="0" dirty="0"/>
              <a:t> </a:t>
            </a:r>
            <a:r>
              <a:rPr lang="nl-NL" b="0" noProof="0" dirty="0" err="1"/>
              <a:t>your</a:t>
            </a:r>
            <a:r>
              <a:rPr lang="nl-NL" b="0" noProof="0" dirty="0"/>
              <a:t> </a:t>
            </a:r>
            <a:r>
              <a:rPr lang="nl-NL" b="0" noProof="0" dirty="0" err="1"/>
              <a:t>and</a:t>
            </a:r>
            <a:r>
              <a:rPr lang="nl-NL" b="0" noProof="0" dirty="0"/>
              <a:t> </a:t>
            </a:r>
            <a:r>
              <a:rPr lang="nl-NL" b="0" noProof="0" dirty="0" err="1"/>
              <a:t>you</a:t>
            </a:r>
            <a:r>
              <a:rPr lang="nl-NL" b="0" noProof="0" dirty="0"/>
              <a:t> have </a:t>
            </a:r>
            <a:r>
              <a:rPr lang="nl-NL" b="0" noProof="0" dirty="0" err="1"/>
              <a:t>to</a:t>
            </a:r>
            <a:r>
              <a:rPr lang="nl-NL" b="0" noProof="0" dirty="0"/>
              <a:t> take care of </a:t>
            </a:r>
            <a:r>
              <a:rPr lang="nl-NL" b="0" noProof="0" dirty="0" err="1"/>
              <a:t>it</a:t>
            </a:r>
            <a:endParaRPr lang="nl-NL" b="0" noProof="0" dirty="0"/>
          </a:p>
          <a:p>
            <a:pPr marL="171450" indent="-171450">
              <a:buFontTx/>
              <a:buChar char="-"/>
            </a:pPr>
            <a:r>
              <a:rPr lang="nl-NL" b="0" noProof="0" dirty="0" err="1"/>
              <a:t>This</a:t>
            </a:r>
            <a:r>
              <a:rPr lang="nl-NL" b="0" noProof="0" dirty="0"/>
              <a:t> means </a:t>
            </a:r>
            <a:r>
              <a:rPr lang="nl-NL" b="0" noProof="0" dirty="0" err="1"/>
              <a:t>this</a:t>
            </a:r>
            <a:r>
              <a:rPr lang="nl-NL" b="0" noProof="0" dirty="0"/>
              <a:t> (</a:t>
            </a:r>
            <a:r>
              <a:rPr lang="nl-NL" b="0" noProof="0" dirty="0" err="1"/>
              <a:t>and</a:t>
            </a:r>
            <a:r>
              <a:rPr lang="nl-NL" b="0" noProof="0" dirty="0"/>
              <a:t> more is </a:t>
            </a:r>
            <a:r>
              <a:rPr lang="nl-NL" b="0" noProof="0" dirty="0" err="1"/>
              <a:t>all</a:t>
            </a:r>
            <a:r>
              <a:rPr lang="nl-NL" b="0" noProof="0" dirty="0"/>
              <a:t> </a:t>
            </a:r>
            <a:r>
              <a:rPr lang="nl-NL" b="0" noProof="0" dirty="0" err="1"/>
              <a:t>your</a:t>
            </a:r>
            <a:r>
              <a:rPr lang="nl-NL" b="0" noProof="0" dirty="0"/>
              <a:t> </a:t>
            </a:r>
            <a:r>
              <a:rPr lang="nl-NL" b="0" noProof="0" dirty="0" err="1"/>
              <a:t>responsibility</a:t>
            </a:r>
            <a:r>
              <a:rPr lang="nl-NL" b="0" noProof="0" dirty="0"/>
              <a:t> </a:t>
            </a:r>
            <a:r>
              <a:rPr lang="nl-NL" b="0" noProof="0" dirty="0" err="1"/>
              <a:t>now</a:t>
            </a:r>
            <a:r>
              <a:rPr lang="nl-NL" b="0" noProof="0" dirty="0"/>
              <a:t>):</a:t>
            </a:r>
          </a:p>
          <a:p>
            <a:pPr marL="628650" lvl="1" indent="-171450">
              <a:buFontTx/>
              <a:buChar char="-"/>
            </a:pPr>
            <a:r>
              <a:rPr lang="en-NL" dirty="0"/>
              <a:t>upgrades across seven components with their own release cycles</a:t>
            </a:r>
          </a:p>
          <a:p>
            <a:pPr marL="628650" lvl="1" indent="-171450">
              <a:buFontTx/>
              <a:buChar char="-"/>
            </a:pPr>
            <a:r>
              <a:rPr lang="en-NL" dirty="0"/>
              <a:t>compatibility between them</a:t>
            </a:r>
          </a:p>
          <a:p>
            <a:pPr marL="628650" lvl="1" indent="-171450">
              <a:buFontTx/>
              <a:buChar char="-"/>
            </a:pPr>
            <a:r>
              <a:rPr lang="en-NL" dirty="0"/>
              <a:t>monitoring</a:t>
            </a:r>
          </a:p>
          <a:p>
            <a:pPr marL="628650" lvl="1" indent="-171450">
              <a:buFontTx/>
              <a:buChar char="-"/>
            </a:pPr>
            <a:r>
              <a:rPr lang="en-NL" dirty="0"/>
              <a:t>backups</a:t>
            </a:r>
          </a:p>
          <a:p>
            <a:pPr marL="628650" lvl="1" indent="-171450">
              <a:buFontTx/>
              <a:buChar char="-"/>
            </a:pPr>
            <a:r>
              <a:rPr lang="en-NL" dirty="0"/>
              <a:t>disaster recovery</a:t>
            </a:r>
            <a:endParaRPr lang="en-US" b="0" noProof="0" dirty="0"/>
          </a:p>
        </p:txBody>
      </p:sp>
      <p:sp>
        <p:nvSpPr>
          <p:cNvPr id="4" name="Slide Number Placeholder 3">
            <a:extLst>
              <a:ext uri="{FF2B5EF4-FFF2-40B4-BE49-F238E27FC236}">
                <a16:creationId xmlns:a16="http://schemas.microsoft.com/office/drawing/2014/main" id="{15BAADF5-C0AA-8B1F-C561-4905E671B38F}"/>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4492035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ECBFB-8368-715A-D932-C13A42182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C69C12-1629-496B-F4C6-53FA664BD270}"/>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F06CB5CB-C5A0-22FE-CDB9-37EADB5E36A3}"/>
              </a:ext>
            </a:extLst>
          </p:cNvPr>
          <p:cNvSpPr>
            <a:spLocks noGrp="1"/>
          </p:cNvSpPr>
          <p:nvPr>
            <p:ph type="body" idx="1"/>
          </p:nvPr>
        </p:nvSpPr>
        <p:spPr/>
        <p:txBody>
          <a:bodyPr/>
          <a:lstStyle/>
          <a:p>
            <a:pPr marL="171450" indent="-171450">
              <a:buFontTx/>
              <a:buChar char="-"/>
            </a:pPr>
            <a:r>
              <a:rPr lang="en-US" noProof="0" dirty="0"/>
              <a:t>These things are part of the </a:t>
            </a:r>
            <a:r>
              <a:rPr lang="en-US" noProof="0" dirty="0" err="1"/>
              <a:t>hyperscalers</a:t>
            </a:r>
            <a:r>
              <a:rPr lang="en-US" noProof="0" dirty="0"/>
              <a:t> licenses really well</a:t>
            </a:r>
          </a:p>
          <a:p>
            <a:pPr marL="171450" indent="-171450">
              <a:buFontTx/>
              <a:buChar char="-"/>
            </a:pPr>
            <a:r>
              <a:rPr lang="en-US" noProof="0" dirty="0"/>
              <a:t>You should be prepared to abandon this when you leave Fabric for instance</a:t>
            </a:r>
          </a:p>
        </p:txBody>
      </p:sp>
      <p:sp>
        <p:nvSpPr>
          <p:cNvPr id="4" name="Slide Number Placeholder 3">
            <a:extLst>
              <a:ext uri="{FF2B5EF4-FFF2-40B4-BE49-F238E27FC236}">
                <a16:creationId xmlns:a16="http://schemas.microsoft.com/office/drawing/2014/main" id="{767E38A3-CE2E-E29E-B0DD-8C134AEF0757}"/>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347966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94857-FAF1-2DD7-BE2A-75CF08CF0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BE019-35DF-E98A-43AD-A3348B3736D6}"/>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0AAD43DF-B822-86C2-6376-C38E899749FB}"/>
              </a:ext>
            </a:extLst>
          </p:cNvPr>
          <p:cNvSpPr>
            <a:spLocks noGrp="1"/>
          </p:cNvSpPr>
          <p:nvPr>
            <p:ph type="body" idx="1"/>
          </p:nvPr>
        </p:nvSpPr>
        <p:spPr/>
        <p:txBody>
          <a:bodyPr/>
          <a:lstStyle/>
          <a:p>
            <a:pPr marL="171450" indent="-171450">
              <a:buFontTx/>
              <a:buChar char="-"/>
            </a:pPr>
            <a:r>
              <a:rPr lang="en-US" noProof="0" dirty="0"/>
              <a:t>If you treat this as a migration between – for instance Fabric – and your own platform it will fail</a:t>
            </a:r>
          </a:p>
          <a:p>
            <a:pPr marL="171450" indent="-171450">
              <a:buFontTx/>
              <a:buChar char="-"/>
            </a:pPr>
            <a:r>
              <a:rPr lang="en-US" noProof="0" dirty="0"/>
              <a:t>The impact on people is huge:</a:t>
            </a:r>
          </a:p>
          <a:p>
            <a:pPr marL="628650" lvl="1" indent="-171450">
              <a:buFontTx/>
              <a:buChar char="-"/>
            </a:pPr>
            <a:r>
              <a:rPr lang="en-NL" dirty="0"/>
              <a:t>The work shifts from configuring a platform to operating one, which is a different skill and often a different person. </a:t>
            </a:r>
          </a:p>
          <a:p>
            <a:pPr marL="628650" lvl="1" indent="-171450">
              <a:buFontTx/>
              <a:buChar char="-"/>
            </a:pPr>
            <a:r>
              <a:rPr lang="en-NL" dirty="0"/>
              <a:t>Your team's market value is currently denominated in a specific vendor's certifications, so this is a career conversation, not just a technical one. </a:t>
            </a:r>
          </a:p>
          <a:p>
            <a:pPr marL="628650" lvl="1" indent="-171450">
              <a:buFontTx/>
              <a:buChar char="-"/>
            </a:pPr>
            <a:r>
              <a:rPr lang="en-NL" dirty="0"/>
              <a:t>The hiring pool for the open stack is smaller, so you're competing for scarcer people.</a:t>
            </a:r>
            <a:endParaRPr lang="en-US" noProof="0" dirty="0"/>
          </a:p>
        </p:txBody>
      </p:sp>
      <p:sp>
        <p:nvSpPr>
          <p:cNvPr id="4" name="Slide Number Placeholder 3">
            <a:extLst>
              <a:ext uri="{FF2B5EF4-FFF2-40B4-BE49-F238E27FC236}">
                <a16:creationId xmlns:a16="http://schemas.microsoft.com/office/drawing/2014/main" id="{1BE1DAFF-8074-CCB5-3129-CCE2A896FC9A}"/>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5862116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20693-ABAB-D761-8D71-5D7E099DA3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0A0499-FB23-05A5-2B2A-CAB2E6217685}"/>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1E583666-7B74-3414-849F-F8FD68386D6A}"/>
              </a:ext>
            </a:extLst>
          </p:cNvPr>
          <p:cNvSpPr>
            <a:spLocks noGrp="1"/>
          </p:cNvSpPr>
          <p:nvPr>
            <p:ph type="body" idx="1"/>
          </p:nvPr>
        </p:nvSpPr>
        <p:spPr/>
        <p:txBody>
          <a:bodyPr/>
          <a:lstStyle/>
          <a:p>
            <a:pPr marL="171450" indent="-171450">
              <a:buFontTx/>
              <a:buChar char="-"/>
            </a:pPr>
            <a:r>
              <a:rPr lang="nl-NL" b="0" noProof="0" dirty="0"/>
              <a:t>A </a:t>
            </a:r>
            <a:r>
              <a:rPr lang="nl-NL" b="0" noProof="0" dirty="0" err="1"/>
              <a:t>self-hosted</a:t>
            </a:r>
            <a:r>
              <a:rPr lang="nl-NL" b="0" noProof="0" dirty="0"/>
              <a:t> data platform </a:t>
            </a:r>
            <a:r>
              <a:rPr lang="en-NL" dirty="0"/>
              <a:t>is not obviously cheaper. At small scale it's usually more expensive, because you're paying salaries instead of amortising someone else's. At large scale it can flip.</a:t>
            </a:r>
          </a:p>
        </p:txBody>
      </p:sp>
      <p:sp>
        <p:nvSpPr>
          <p:cNvPr id="4" name="Slide Number Placeholder 3">
            <a:extLst>
              <a:ext uri="{FF2B5EF4-FFF2-40B4-BE49-F238E27FC236}">
                <a16:creationId xmlns:a16="http://schemas.microsoft.com/office/drawing/2014/main" id="{47773CB4-02D6-FE01-A7B9-FE01F99DA999}"/>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916234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0117E-DB4D-D8B4-92BF-DE635A516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86742-E5AC-4152-9F24-20E33A83B24A}"/>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87E70518-A7A1-AD98-1DBE-F2FE97D41746}"/>
              </a:ext>
            </a:extLst>
          </p:cNvPr>
          <p:cNvSpPr>
            <a:spLocks noGrp="1"/>
          </p:cNvSpPr>
          <p:nvPr>
            <p:ph type="body" idx="1"/>
          </p:nvPr>
        </p:nvSpPr>
        <p:spPr/>
        <p:txBody>
          <a:bodyPr/>
          <a:lstStyle/>
          <a:p>
            <a:pPr marL="171450" indent="-171450">
              <a:buFontTx/>
              <a:buChar char="-"/>
            </a:pPr>
            <a:r>
              <a:rPr lang="en-US" b="0" noProof="0" dirty="0"/>
              <a:t>Punchline</a:t>
            </a:r>
          </a:p>
        </p:txBody>
      </p:sp>
      <p:sp>
        <p:nvSpPr>
          <p:cNvPr id="4" name="Slide Number Placeholder 3">
            <a:extLst>
              <a:ext uri="{FF2B5EF4-FFF2-40B4-BE49-F238E27FC236}">
                <a16:creationId xmlns:a16="http://schemas.microsoft.com/office/drawing/2014/main" id="{56609A4F-9EB6-6EF7-AF71-F25900803E2A}"/>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4119734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4AF41-D1F6-5292-38D7-6A3BB4793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318C76-5448-559D-5A1B-A085FD992081}"/>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9171758B-632A-5407-467C-B536DE4A0806}"/>
              </a:ext>
            </a:extLst>
          </p:cNvPr>
          <p:cNvSpPr>
            <a:spLocks noGrp="1"/>
          </p:cNvSpPr>
          <p:nvPr>
            <p:ph type="body" idx="1"/>
          </p:nvPr>
        </p:nvSpPr>
        <p:spPr/>
        <p:txBody>
          <a:bodyPr/>
          <a:lstStyle/>
          <a:p>
            <a:pPr marL="171450" indent="-171450">
              <a:buFontTx/>
              <a:buChar char="-"/>
            </a:pPr>
            <a:r>
              <a:rPr lang="en-US" b="0" noProof="0" dirty="0"/>
              <a:t>Explain what we do at putSimply</a:t>
            </a:r>
          </a:p>
          <a:p>
            <a:pPr marL="171450" indent="-171450">
              <a:buFontTx/>
              <a:buChar char="-"/>
            </a:pPr>
            <a:r>
              <a:rPr lang="en-US" b="0" noProof="0" dirty="0"/>
              <a:t>Since we expect to process texts that contain highly sensitive data we decided to put our backend infrastructure at an EU provider and using EU/open source AI models</a:t>
            </a:r>
          </a:p>
          <a:p>
            <a:pPr marL="171450" indent="-171450">
              <a:buFontTx/>
              <a:buChar char="-"/>
            </a:pPr>
            <a:r>
              <a:rPr lang="en-US" b="0" noProof="0" dirty="0"/>
              <a:t>However, we still use O365 for our </a:t>
            </a:r>
            <a:r>
              <a:rPr lang="en-US" b="0" noProof="0"/>
              <a:t>internal environment</a:t>
            </a:r>
            <a:endParaRPr lang="en-US" b="0" noProof="0" dirty="0"/>
          </a:p>
        </p:txBody>
      </p:sp>
      <p:sp>
        <p:nvSpPr>
          <p:cNvPr id="4" name="Slide Number Placeholder 3">
            <a:extLst>
              <a:ext uri="{FF2B5EF4-FFF2-40B4-BE49-F238E27FC236}">
                <a16:creationId xmlns:a16="http://schemas.microsoft.com/office/drawing/2014/main" id="{13776F8E-20DB-B50E-423B-E4F8E75DBAFB}"/>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5586374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0947B-B6E1-88DF-12D3-E75E24FF74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F4F3FA-F24C-FA51-9821-B0C7FDD22878}"/>
              </a:ext>
            </a:extLst>
          </p:cNvPr>
          <p:cNvSpPr>
            <a:spLocks noGrp="1" noRot="1" noChangeAspect="1"/>
          </p:cNvSpPr>
          <p:nvPr>
            <p:ph type="sldImg"/>
          </p:nvPr>
        </p:nvSpPr>
        <p:spPr/>
        <p:txBody>
          <a:bodyPr/>
          <a:lstStyle/>
          <a:p>
            <a:endParaRPr lang="en-NL"/>
          </a:p>
        </p:txBody>
      </p:sp>
      <p:sp>
        <p:nvSpPr>
          <p:cNvPr id="3" name="Notes Placeholder 2">
            <a:extLst>
              <a:ext uri="{FF2B5EF4-FFF2-40B4-BE49-F238E27FC236}">
                <a16:creationId xmlns:a16="http://schemas.microsoft.com/office/drawing/2014/main" id="{50300D09-E967-1516-D6CA-720B65956C86}"/>
              </a:ext>
            </a:extLst>
          </p:cNvPr>
          <p:cNvSpPr>
            <a:spLocks noGrp="1"/>
          </p:cNvSpPr>
          <p:nvPr>
            <p:ph type="body" idx="1"/>
          </p:nvPr>
        </p:nvSpPr>
        <p:spPr/>
        <p:txBody>
          <a:bodyPr/>
          <a:lstStyle/>
          <a:p>
            <a:pPr marL="171450" indent="-171450">
              <a:buFontTx/>
              <a:buChar char="-"/>
            </a:pPr>
            <a:r>
              <a:rPr lang="en-NL" dirty="0"/>
              <a:t>Not a migration but an inventory. Take your four layers from </a:t>
            </a:r>
            <a:r>
              <a:rPr lang="en-NL" b="1" dirty="0"/>
              <a:t>The four control layers slide (11) </a:t>
            </a:r>
            <a:r>
              <a:rPr lang="en-NL" dirty="0"/>
              <a:t>and score them honestly for one critical pipeline: who can read it, who can switch it off, who sets the terms, and what it runs on</a:t>
            </a:r>
            <a:br>
              <a:rPr lang="en-NL" dirty="0"/>
            </a:br>
            <a:r>
              <a:rPr lang="en-NL" b="1" dirty="0"/>
              <a:t>This is a free step that only takes time</a:t>
            </a:r>
            <a:endParaRPr lang="en-NL" dirty="0"/>
          </a:p>
          <a:p>
            <a:pPr marL="171450" indent="-171450">
              <a:buFontTx/>
              <a:buChar char="-"/>
            </a:pPr>
            <a:r>
              <a:rPr lang="en-NL" dirty="0"/>
              <a:t>For anything new you build, write open formats and register it in a catalog you control. Parquet and Iceberg cost you nothing today and mean the next platform decision is a choice rather than a rescue.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NL" b="0" dirty="0"/>
              <a:t>And to come back on the question I asked at the start:</a:t>
            </a:r>
            <a:r>
              <a:rPr lang="en-NL" dirty="0"/>
              <a:t> </a:t>
            </a:r>
            <a:r>
              <a:rPr lang="en-NL" b="1" dirty="0"/>
              <a:t>This is how you find out</a:t>
            </a:r>
          </a:p>
          <a:p>
            <a:pPr marL="171450" indent="-171450">
              <a:buFontTx/>
              <a:buChar char="-"/>
            </a:pPr>
            <a:r>
              <a:rPr lang="en-NL" dirty="0"/>
              <a:t>The only thing I'm actually asking is </a:t>
            </a:r>
            <a:r>
              <a:rPr lang="en-NL" b="1" dirty="0"/>
              <a:t>that you know where you stand</a:t>
            </a:r>
            <a:r>
              <a:rPr lang="en-NL" dirty="0"/>
              <a:t>. What you do with that is yours</a:t>
            </a:r>
          </a:p>
          <a:p>
            <a:pPr marL="171450" indent="-171450">
              <a:buFontTx/>
              <a:buChar char="-"/>
            </a:pPr>
            <a:r>
              <a:rPr lang="en-NL" b="0" dirty="0"/>
              <a:t>Also keep in mind that many open source solutions that </a:t>
            </a:r>
            <a:r>
              <a:rPr lang="en-GB" b="0" dirty="0"/>
              <a:t>I</a:t>
            </a:r>
            <a:r>
              <a:rPr lang="en-NL" b="0" dirty="0"/>
              <a:t>’ve described can run fine in Azure as well, making a future migration even easier.</a:t>
            </a:r>
          </a:p>
        </p:txBody>
      </p:sp>
      <p:sp>
        <p:nvSpPr>
          <p:cNvPr id="4" name="Slide Number Placeholder 3">
            <a:extLst>
              <a:ext uri="{FF2B5EF4-FFF2-40B4-BE49-F238E27FC236}">
                <a16:creationId xmlns:a16="http://schemas.microsoft.com/office/drawing/2014/main" id="{B90A0272-CE25-87DB-B3ED-4CA93AC271EA}"/>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7097209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svg"/><Relationship Id="rId3" Type="http://schemas.openxmlformats.org/officeDocument/2006/relationships/image" Target="../media/image7.svg"/><Relationship Id="rId7" Type="http://schemas.openxmlformats.org/officeDocument/2006/relationships/image" Target="../media/image11.svg"/><Relationship Id="rId12"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svg"/><Relationship Id="rId11" Type="http://schemas.openxmlformats.org/officeDocument/2006/relationships/image" Target="../media/image15.svg"/><Relationship Id="rId5" Type="http://schemas.openxmlformats.org/officeDocument/2006/relationships/image" Target="../media/image9.svg"/><Relationship Id="rId15" Type="http://schemas.microsoft.com/office/2007/relationships/hdphoto" Target="../media/hdphoto1.wdp"/><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sv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1.svg"/><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640080" y="640080"/>
            <a:ext cx="8229600" cy="365760"/>
          </a:xfrm>
          <a:prstGeom prst="rect">
            <a:avLst/>
          </a:prstGeom>
          <a:noFill/>
          <a:ln/>
        </p:spPr>
        <p:txBody>
          <a:bodyPr wrap="square" lIns="0" tIns="0" rIns="0" bIns="0" rtlCol="0" anchor="ctr"/>
          <a:lstStyle/>
          <a:p>
            <a:pPr marL="0" indent="0">
              <a:buNone/>
            </a:pPr>
            <a:r>
              <a:rPr lang="en-US" sz="1300" dirty="0">
                <a:solidFill>
                  <a:srgbClr val="4ADE80"/>
                </a:solidFill>
                <a:latin typeface="JetBrains Mono Medium" pitchFamily="34" charset="0"/>
                <a:ea typeface="JetBrains Mono Medium" pitchFamily="34" charset="-122"/>
                <a:cs typeface="JetBrains Mono Medium" pitchFamily="34" charset="-120"/>
              </a:rPr>
              <a:t>// own your data. own your skills.</a:t>
            </a:r>
            <a:endParaRPr lang="en-US" sz="1300" dirty="0"/>
          </a:p>
        </p:txBody>
      </p:sp>
      <p:sp>
        <p:nvSpPr>
          <p:cNvPr id="5" name="Text 3"/>
          <p:cNvSpPr/>
          <p:nvPr/>
        </p:nvSpPr>
        <p:spPr>
          <a:xfrm>
            <a:off x="640080" y="2011680"/>
            <a:ext cx="10515600" cy="2011680"/>
          </a:xfrm>
          <a:prstGeom prst="rect">
            <a:avLst/>
          </a:prstGeom>
          <a:noFill/>
          <a:ln/>
        </p:spPr>
        <p:txBody>
          <a:bodyPr wrap="square" rtlCol="0" anchor="t"/>
          <a:lstStyle/>
          <a:p>
            <a:pPr marL="0" indent="0" algn="l">
              <a:lnSpc>
                <a:spcPct val="100000"/>
              </a:lnSpc>
              <a:buNone/>
            </a:pPr>
            <a:r>
              <a:rPr lang="en-US" sz="5200" b="1" dirty="0">
                <a:solidFill>
                  <a:srgbClr val="FFFFFF"/>
                </a:solidFill>
                <a:latin typeface="Space Grotesk" pitchFamily="34" charset="0"/>
                <a:ea typeface="Space Grotesk" pitchFamily="34" charset="-122"/>
                <a:cs typeface="Space Grotesk" pitchFamily="34" charset="-120"/>
              </a:rPr>
              <a:t>From Convenience </a:t>
            </a:r>
            <a:br>
              <a:rPr lang="en-US" sz="5200" b="1" dirty="0">
                <a:solidFill>
                  <a:srgbClr val="FFFFFF"/>
                </a:solidFill>
                <a:latin typeface="Space Grotesk" pitchFamily="34" charset="0"/>
                <a:ea typeface="Space Grotesk" pitchFamily="34" charset="-122"/>
                <a:cs typeface="Space Grotesk" pitchFamily="34" charset="-120"/>
              </a:rPr>
            </a:br>
            <a:r>
              <a:rPr lang="en-US" sz="5200" b="1" dirty="0">
                <a:solidFill>
                  <a:srgbClr val="FFFFFF"/>
                </a:solidFill>
                <a:latin typeface="Space Grotesk" pitchFamily="34" charset="0"/>
                <a:ea typeface="Space Grotesk" pitchFamily="34" charset="-122"/>
                <a:cs typeface="Space Grotesk" pitchFamily="34" charset="-120"/>
              </a:rPr>
              <a:t>to Control</a:t>
            </a:r>
            <a:endParaRPr lang="en-US" sz="5200" dirty="0"/>
          </a:p>
        </p:txBody>
      </p:sp>
      <p:sp>
        <p:nvSpPr>
          <p:cNvPr id="6" name="Text 4"/>
          <p:cNvSpPr/>
          <p:nvPr/>
        </p:nvSpPr>
        <p:spPr>
          <a:xfrm>
            <a:off x="789167" y="3749040"/>
            <a:ext cx="8229600" cy="548640"/>
          </a:xfrm>
          <a:prstGeom prst="rect">
            <a:avLst/>
          </a:prstGeom>
          <a:noFill/>
          <a:ln/>
        </p:spPr>
        <p:txBody>
          <a:bodyPr wrap="square" lIns="0" tIns="0" rIns="0" bIns="0" rtlCol="0" anchor="ctr"/>
          <a:lstStyle/>
          <a:p>
            <a:pPr marL="0" indent="0">
              <a:buNone/>
            </a:pPr>
            <a:r>
              <a:rPr lang="en-US" sz="2000" dirty="0">
                <a:solidFill>
                  <a:srgbClr val="A1A1AA"/>
                </a:solidFill>
                <a:latin typeface="Inter" pitchFamily="34" charset="0"/>
                <a:ea typeface="Inter" pitchFamily="34" charset="-122"/>
                <a:cs typeface="Inter" pitchFamily="34" charset="-120"/>
              </a:rPr>
              <a:t>Breaking Free from Big Tech Data Platforms</a:t>
            </a:r>
            <a:endParaRPr lang="en-US" sz="2000" dirty="0"/>
          </a:p>
        </p:txBody>
      </p:sp>
      <p:sp>
        <p:nvSpPr>
          <p:cNvPr id="7" name="Text 5"/>
          <p:cNvSpPr/>
          <p:nvPr/>
        </p:nvSpPr>
        <p:spPr>
          <a:xfrm>
            <a:off x="640080" y="6080760"/>
            <a:ext cx="5486400" cy="365760"/>
          </a:xfrm>
          <a:prstGeom prst="rect">
            <a:avLst/>
          </a:prstGeom>
          <a:noFill/>
          <a:ln/>
        </p:spPr>
        <p:txBody>
          <a:bodyPr wrap="square" lIns="0" tIns="0" rIns="0" bIns="0" rtlCol="0" anchor="ctr"/>
          <a:lstStyle/>
          <a:p>
            <a:pPr marL="0" indent="0">
              <a:buNone/>
            </a:pPr>
            <a:r>
              <a:rPr lang="en-US" sz="1200" dirty="0">
                <a:solidFill>
                  <a:srgbClr val="A1A1AA"/>
                </a:solidFill>
                <a:latin typeface="JetBrains Mono Medium" pitchFamily="34" charset="0"/>
                <a:ea typeface="JetBrains Mono Medium" pitchFamily="34" charset="-122"/>
                <a:cs typeface="JetBrains Mono Medium" pitchFamily="34" charset="-120"/>
              </a:rPr>
              <a:t>Enrico van de Laar</a:t>
            </a:r>
            <a:endParaRPr lang="en-US" sz="1200" dirty="0"/>
          </a:p>
        </p:txBody>
      </p:sp>
      <p:pic>
        <p:nvPicPr>
          <p:cNvPr id="10" name="Picture 9">
            <a:extLst>
              <a:ext uri="{FF2B5EF4-FFF2-40B4-BE49-F238E27FC236}">
                <a16:creationId xmlns:a16="http://schemas.microsoft.com/office/drawing/2014/main" id="{CB8E0FCB-217C-7A6E-D12A-651A40F84C4F}"/>
              </a:ext>
            </a:extLst>
          </p:cNvPr>
          <p:cNvPicPr>
            <a:picLocks noChangeAspect="1"/>
          </p:cNvPicPr>
          <p:nvPr/>
        </p:nvPicPr>
        <p:blipFill>
          <a:blip r:embed="rId3"/>
          <a:stretch>
            <a:fillRect/>
          </a:stretch>
        </p:blipFill>
        <p:spPr>
          <a:xfrm>
            <a:off x="10343850" y="640080"/>
            <a:ext cx="1165261" cy="11652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56CD4B2F-3E64-B5BF-0DC6-55B5998FDC5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3857CC2-F4B1-0F57-5B69-D121BFC46C67}"/>
              </a:ext>
            </a:extLst>
          </p:cNvPr>
          <p:cNvSpPr/>
          <p:nvPr/>
        </p:nvSpPr>
        <p:spPr>
          <a:xfrm>
            <a:off x="640080" y="640080"/>
            <a:ext cx="8229600" cy="365760"/>
          </a:xfrm>
          <a:prstGeom prst="rect">
            <a:avLst/>
          </a:prstGeom>
          <a:noFill/>
          <a:ln/>
        </p:spPr>
        <p:txBody>
          <a:bodyPr wrap="square" lIns="0" tIns="0" rIns="0" bIns="0" rtlCol="0" anchor="ctr"/>
          <a:lstStyle/>
          <a:p>
            <a:pPr marL="0" indent="0">
              <a:buNone/>
            </a:pPr>
            <a:r>
              <a:rPr lang="en-US" sz="1300" dirty="0">
                <a:solidFill>
                  <a:srgbClr val="16A34A"/>
                </a:solidFill>
                <a:latin typeface="JetBrains Mono Medium" pitchFamily="34" charset="0"/>
                <a:ea typeface="JetBrains Mono Medium" pitchFamily="34" charset="-122"/>
                <a:cs typeface="JetBrains Mono Medium" pitchFamily="34" charset="-120"/>
              </a:rPr>
              <a:t>// 1. the illusion of control</a:t>
            </a:r>
            <a:endParaRPr lang="en-US" sz="1300" dirty="0"/>
          </a:p>
        </p:txBody>
      </p:sp>
      <p:pic>
        <p:nvPicPr>
          <p:cNvPr id="7" name="Picture 6" descr="Microsoft Azure portal January 2019 update | Microsoft Azure Blog">
            <a:extLst>
              <a:ext uri="{FF2B5EF4-FFF2-40B4-BE49-F238E27FC236}">
                <a16:creationId xmlns:a16="http://schemas.microsoft.com/office/drawing/2014/main" id="{F4959D36-2592-0902-E153-90ACAB0451D0}"/>
              </a:ext>
            </a:extLst>
          </p:cNvPr>
          <p:cNvPicPr>
            <a:picLocks noChangeAspect="1"/>
          </p:cNvPicPr>
          <p:nvPr/>
        </p:nvPicPr>
        <p:blipFill>
          <a:blip r:embed="rId3"/>
          <a:stretch>
            <a:fillRect/>
          </a:stretch>
        </p:blipFill>
        <p:spPr>
          <a:xfrm>
            <a:off x="1712765" y="1304604"/>
            <a:ext cx="8766470" cy="5240675"/>
          </a:xfrm>
          <a:prstGeom prst="rect">
            <a:avLst/>
          </a:prstGeom>
        </p:spPr>
      </p:pic>
    </p:spTree>
    <p:extLst>
      <p:ext uri="{BB962C8B-B14F-4D97-AF65-F5344CB8AC3E}">
        <p14:creationId xmlns:p14="http://schemas.microsoft.com/office/powerpoint/2010/main" val="627124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548640"/>
            <a:ext cx="8229600" cy="365760"/>
          </a:xfrm>
          <a:prstGeom prst="rect">
            <a:avLst/>
          </a:prstGeom>
          <a:noFill/>
          <a:ln/>
        </p:spPr>
        <p:txBody>
          <a:bodyPr wrap="square" lIns="0" tIns="0" rIns="0" bIns="0" rtlCol="0" anchor="ctr"/>
          <a:lstStyle/>
          <a:p>
            <a:pPr marL="0" indent="0">
              <a:buNone/>
            </a:pPr>
            <a:r>
              <a:rPr lang="en-US" sz="1300" dirty="0">
                <a:solidFill>
                  <a:srgbClr val="16A34A"/>
                </a:solidFill>
                <a:latin typeface="JetBrains Mono Medium" pitchFamily="34" charset="0"/>
                <a:ea typeface="JetBrains Mono Medium" pitchFamily="34" charset="-122"/>
                <a:cs typeface="JetBrains Mono Medium" pitchFamily="34" charset="-120"/>
              </a:rPr>
              <a:t>// who's talking</a:t>
            </a:r>
            <a:endParaRPr lang="en-US" sz="1300" dirty="0"/>
          </a:p>
        </p:txBody>
      </p:sp>
      <p:sp>
        <p:nvSpPr>
          <p:cNvPr id="5" name="Text 3"/>
          <p:cNvSpPr/>
          <p:nvPr/>
        </p:nvSpPr>
        <p:spPr>
          <a:xfrm>
            <a:off x="502920" y="4206240"/>
            <a:ext cx="2926080" cy="457200"/>
          </a:xfrm>
          <a:prstGeom prst="rect">
            <a:avLst/>
          </a:prstGeom>
          <a:noFill/>
          <a:ln/>
        </p:spPr>
        <p:txBody>
          <a:bodyPr wrap="square" lIns="0" tIns="0" rIns="0" bIns="0" rtlCol="0" anchor="ctr"/>
          <a:lstStyle/>
          <a:p>
            <a:pPr marL="0" indent="0" algn="ctr">
              <a:buNone/>
            </a:pPr>
            <a:r>
              <a:rPr lang="en-US" sz="2000" b="1" dirty="0">
                <a:solidFill>
                  <a:srgbClr val="0A0A0A"/>
                </a:solidFill>
                <a:latin typeface="Space Grotesk" pitchFamily="34" charset="0"/>
                <a:ea typeface="Space Grotesk" pitchFamily="34" charset="-122"/>
                <a:cs typeface="Space Grotesk" pitchFamily="34" charset="-120"/>
              </a:rPr>
              <a:t>Enrico van de Laar</a:t>
            </a:r>
            <a:endParaRPr lang="en-US" sz="2000" dirty="0"/>
          </a:p>
        </p:txBody>
      </p:sp>
      <p:sp>
        <p:nvSpPr>
          <p:cNvPr id="6" name="Text 4"/>
          <p:cNvSpPr/>
          <p:nvPr/>
        </p:nvSpPr>
        <p:spPr>
          <a:xfrm>
            <a:off x="502920" y="4663440"/>
            <a:ext cx="2926080" cy="365760"/>
          </a:xfrm>
          <a:prstGeom prst="rect">
            <a:avLst/>
          </a:prstGeom>
          <a:noFill/>
          <a:ln/>
        </p:spPr>
        <p:txBody>
          <a:bodyPr wrap="square" lIns="0" tIns="0" rIns="0" bIns="0" rtlCol="0" anchor="ctr"/>
          <a:lstStyle/>
          <a:p>
            <a:pPr marL="0" indent="0" algn="ctr">
              <a:buNone/>
            </a:pPr>
            <a:r>
              <a:rPr lang="en-US" sz="1200" dirty="0">
                <a:solidFill>
                  <a:srgbClr val="52525B"/>
                </a:solidFill>
                <a:latin typeface="JetBrains Mono Medium" pitchFamily="34" charset="0"/>
                <a:ea typeface="JetBrains Mono Medium" pitchFamily="34" charset="-122"/>
                <a:cs typeface="JetBrains Mono Medium" pitchFamily="34" charset="-120"/>
              </a:rPr>
              <a:t>data · author · trainer</a:t>
            </a:r>
            <a:endParaRPr lang="en-US" sz="1200" dirty="0"/>
          </a:p>
        </p:txBody>
      </p:sp>
      <p:sp>
        <p:nvSpPr>
          <p:cNvPr id="7" name="Text 5"/>
          <p:cNvSpPr/>
          <p:nvPr/>
        </p:nvSpPr>
        <p:spPr>
          <a:xfrm>
            <a:off x="4023360" y="1371600"/>
            <a:ext cx="7498080" cy="1280160"/>
          </a:xfrm>
          <a:prstGeom prst="rect">
            <a:avLst/>
          </a:prstGeom>
          <a:noFill/>
          <a:ln/>
        </p:spPr>
        <p:txBody>
          <a:bodyPr wrap="square" lIns="0" tIns="0" rIns="0" bIns="0" rtlCol="0" anchor="t"/>
          <a:lstStyle/>
          <a:p>
            <a:pPr marL="0" indent="0">
              <a:lnSpc>
                <a:spcPct val="105000"/>
              </a:lnSpc>
              <a:buNone/>
            </a:pPr>
            <a:r>
              <a:rPr lang="en-US" sz="2800" b="1" dirty="0">
                <a:solidFill>
                  <a:srgbClr val="0A0A0A"/>
                </a:solidFill>
                <a:latin typeface="Space Grotesk" pitchFamily="34" charset="0"/>
                <a:ea typeface="Space Grotesk" pitchFamily="34" charset="-122"/>
                <a:cs typeface="Space Grotesk" pitchFamily="34" charset="-120"/>
              </a:rPr>
              <a:t>I make complex data &amp; AI </a:t>
            </a:r>
            <a:br>
              <a:rPr lang="en-US" sz="2800" b="1" dirty="0">
                <a:solidFill>
                  <a:srgbClr val="0A0A0A"/>
                </a:solidFill>
                <a:latin typeface="Space Grotesk" pitchFamily="34" charset="0"/>
                <a:ea typeface="Space Grotesk" pitchFamily="34" charset="-122"/>
                <a:cs typeface="Space Grotesk" pitchFamily="34" charset="-120"/>
              </a:rPr>
            </a:br>
            <a:r>
              <a:rPr lang="en-US" sz="2800" b="1" dirty="0">
                <a:solidFill>
                  <a:srgbClr val="2FA34A"/>
                </a:solidFill>
                <a:latin typeface="Space Grotesk" pitchFamily="34" charset="0"/>
                <a:ea typeface="Space Grotesk" pitchFamily="34" charset="-122"/>
                <a:cs typeface="Space Grotesk" pitchFamily="34" charset="-120"/>
              </a:rPr>
              <a:t>easy</a:t>
            </a:r>
            <a:r>
              <a:rPr lang="en-US" sz="2800" b="1" dirty="0">
                <a:solidFill>
                  <a:srgbClr val="16A34A"/>
                </a:solidFill>
                <a:latin typeface="Space Grotesk" pitchFamily="34" charset="0"/>
                <a:ea typeface="Space Grotesk" pitchFamily="34" charset="-122"/>
                <a:cs typeface="Space Grotesk" pitchFamily="34" charset="-120"/>
              </a:rPr>
              <a:t> to understand.</a:t>
            </a:r>
            <a:endParaRPr lang="en-US" sz="2800" dirty="0"/>
          </a:p>
        </p:txBody>
      </p:sp>
      <p:sp>
        <p:nvSpPr>
          <p:cNvPr id="8" name="Text 6"/>
          <p:cNvSpPr/>
          <p:nvPr/>
        </p:nvSpPr>
        <p:spPr>
          <a:xfrm>
            <a:off x="4023360" y="2971800"/>
            <a:ext cx="320040" cy="457200"/>
          </a:xfrm>
          <a:prstGeom prst="rect">
            <a:avLst/>
          </a:prstGeom>
          <a:noFill/>
          <a:ln/>
        </p:spPr>
        <p:txBody>
          <a:bodyPr wrap="square" lIns="0" tIns="0" rIns="0" bIns="0" rtlCol="0" anchor="ctr"/>
          <a:lstStyle/>
          <a:p>
            <a:pPr marL="0" indent="0">
              <a:buNone/>
            </a:pPr>
            <a:r>
              <a:rPr lang="en-US" sz="1800" b="1" dirty="0">
                <a:solidFill>
                  <a:srgbClr val="16A34A"/>
                </a:solidFill>
                <a:latin typeface="JetBrains Mono ExtraBold" pitchFamily="34" charset="0"/>
                <a:ea typeface="JetBrains Mono ExtraBold" pitchFamily="34" charset="-122"/>
                <a:cs typeface="JetBrains Mono ExtraBold" pitchFamily="34" charset="-120"/>
              </a:rPr>
              <a:t>+</a:t>
            </a:r>
            <a:endParaRPr lang="en-US" sz="1800" dirty="0"/>
          </a:p>
        </p:txBody>
      </p:sp>
      <p:sp>
        <p:nvSpPr>
          <p:cNvPr id="9" name="Text 7"/>
          <p:cNvSpPr/>
          <p:nvPr/>
        </p:nvSpPr>
        <p:spPr>
          <a:xfrm>
            <a:off x="4434840" y="2971800"/>
            <a:ext cx="7040880" cy="457200"/>
          </a:xfrm>
          <a:prstGeom prst="rect">
            <a:avLst/>
          </a:prstGeom>
          <a:noFill/>
          <a:ln/>
        </p:spPr>
        <p:txBody>
          <a:bodyPr wrap="square" lIns="0" tIns="0" rIns="0" bIns="0" rtlCol="0" anchor="ctr"/>
          <a:lstStyle/>
          <a:p>
            <a:pPr marL="0" indent="0">
              <a:buNone/>
            </a:pPr>
            <a:r>
              <a:rPr lang="en-US" sz="1700" dirty="0">
                <a:solidFill>
                  <a:srgbClr val="0A0A0A"/>
                </a:solidFill>
                <a:latin typeface="Inter" pitchFamily="34" charset="0"/>
                <a:ea typeface="Inter" pitchFamily="34" charset="-122"/>
                <a:cs typeface="Inter" pitchFamily="34" charset="-120"/>
              </a:rPr>
              <a:t>25+ years working with data</a:t>
            </a:r>
            <a:endParaRPr lang="en-US" sz="1700" dirty="0"/>
          </a:p>
        </p:txBody>
      </p:sp>
      <p:sp>
        <p:nvSpPr>
          <p:cNvPr id="10" name="Text 8"/>
          <p:cNvSpPr/>
          <p:nvPr/>
        </p:nvSpPr>
        <p:spPr>
          <a:xfrm>
            <a:off x="4023360" y="3630168"/>
            <a:ext cx="320040" cy="457200"/>
          </a:xfrm>
          <a:prstGeom prst="rect">
            <a:avLst/>
          </a:prstGeom>
          <a:noFill/>
          <a:ln/>
        </p:spPr>
        <p:txBody>
          <a:bodyPr wrap="square" lIns="0" tIns="0" rIns="0" bIns="0" rtlCol="0" anchor="ctr"/>
          <a:lstStyle/>
          <a:p>
            <a:pPr marL="0" indent="0">
              <a:buNone/>
            </a:pPr>
            <a:r>
              <a:rPr lang="en-US" sz="1800" b="1" dirty="0">
                <a:solidFill>
                  <a:srgbClr val="16A34A"/>
                </a:solidFill>
                <a:latin typeface="JetBrains Mono ExtraBold" pitchFamily="34" charset="0"/>
                <a:ea typeface="JetBrains Mono ExtraBold" pitchFamily="34" charset="-122"/>
                <a:cs typeface="JetBrains Mono ExtraBold" pitchFamily="34" charset="-120"/>
              </a:rPr>
              <a:t>+</a:t>
            </a:r>
            <a:endParaRPr lang="en-US" sz="1800" dirty="0"/>
          </a:p>
        </p:txBody>
      </p:sp>
      <p:sp>
        <p:nvSpPr>
          <p:cNvPr id="11" name="Text 9"/>
          <p:cNvSpPr/>
          <p:nvPr/>
        </p:nvSpPr>
        <p:spPr>
          <a:xfrm>
            <a:off x="4434840" y="3630168"/>
            <a:ext cx="7040880" cy="457200"/>
          </a:xfrm>
          <a:prstGeom prst="rect">
            <a:avLst/>
          </a:prstGeom>
          <a:noFill/>
          <a:ln/>
        </p:spPr>
        <p:txBody>
          <a:bodyPr wrap="square" lIns="0" tIns="0" rIns="0" bIns="0" rtlCol="0" anchor="ctr"/>
          <a:lstStyle/>
          <a:p>
            <a:pPr marL="0" indent="0">
              <a:buNone/>
            </a:pPr>
            <a:r>
              <a:rPr lang="en-US" sz="1700" dirty="0">
                <a:solidFill>
                  <a:srgbClr val="0A0A0A"/>
                </a:solidFill>
                <a:latin typeface="Inter" pitchFamily="34" charset="0"/>
                <a:ea typeface="Inter" pitchFamily="34" charset="-122"/>
                <a:cs typeface="Inter" pitchFamily="34" charset="-120"/>
              </a:rPr>
              <a:t>Former Microsoft Data Platform MVP</a:t>
            </a:r>
            <a:endParaRPr lang="en-US" sz="1700" dirty="0"/>
          </a:p>
        </p:txBody>
      </p:sp>
      <p:sp>
        <p:nvSpPr>
          <p:cNvPr id="12" name="Text 10"/>
          <p:cNvSpPr/>
          <p:nvPr/>
        </p:nvSpPr>
        <p:spPr>
          <a:xfrm>
            <a:off x="4023360" y="4288536"/>
            <a:ext cx="320040" cy="457200"/>
          </a:xfrm>
          <a:prstGeom prst="rect">
            <a:avLst/>
          </a:prstGeom>
          <a:noFill/>
          <a:ln/>
        </p:spPr>
        <p:txBody>
          <a:bodyPr wrap="square" lIns="0" tIns="0" rIns="0" bIns="0" rtlCol="0" anchor="ctr"/>
          <a:lstStyle/>
          <a:p>
            <a:pPr marL="0" indent="0">
              <a:buNone/>
            </a:pPr>
            <a:r>
              <a:rPr lang="en-US" sz="1800" b="1" dirty="0">
                <a:solidFill>
                  <a:srgbClr val="16A34A"/>
                </a:solidFill>
                <a:latin typeface="JetBrains Mono ExtraBold" pitchFamily="34" charset="0"/>
                <a:ea typeface="JetBrains Mono ExtraBold" pitchFamily="34" charset="-122"/>
                <a:cs typeface="JetBrains Mono ExtraBold" pitchFamily="34" charset="-120"/>
              </a:rPr>
              <a:t>+</a:t>
            </a:r>
            <a:endParaRPr lang="en-US" sz="1800" dirty="0"/>
          </a:p>
        </p:txBody>
      </p:sp>
      <p:sp>
        <p:nvSpPr>
          <p:cNvPr id="13" name="Text 11"/>
          <p:cNvSpPr/>
          <p:nvPr/>
        </p:nvSpPr>
        <p:spPr>
          <a:xfrm>
            <a:off x="4434840" y="4288536"/>
            <a:ext cx="7040880" cy="457200"/>
          </a:xfrm>
          <a:prstGeom prst="rect">
            <a:avLst/>
          </a:prstGeom>
          <a:noFill/>
          <a:ln/>
        </p:spPr>
        <p:txBody>
          <a:bodyPr wrap="square" lIns="0" tIns="0" rIns="0" bIns="0" rtlCol="0" anchor="ctr"/>
          <a:lstStyle/>
          <a:p>
            <a:pPr marL="0" indent="0">
              <a:buNone/>
            </a:pPr>
            <a:r>
              <a:rPr lang="en-US" sz="1700" dirty="0">
                <a:solidFill>
                  <a:srgbClr val="0A0A0A"/>
                </a:solidFill>
                <a:latin typeface="Inter" pitchFamily="34" charset="0"/>
                <a:ea typeface="Inter" pitchFamily="34" charset="-122"/>
                <a:cs typeface="Inter" pitchFamily="34" charset="-120"/>
              </a:rPr>
              <a:t>Author of four books</a:t>
            </a:r>
            <a:endParaRPr lang="en-US" sz="1700" dirty="0"/>
          </a:p>
        </p:txBody>
      </p:sp>
      <p:sp>
        <p:nvSpPr>
          <p:cNvPr id="14" name="Text 12"/>
          <p:cNvSpPr/>
          <p:nvPr/>
        </p:nvSpPr>
        <p:spPr>
          <a:xfrm>
            <a:off x="4023360" y="4946904"/>
            <a:ext cx="320040" cy="457200"/>
          </a:xfrm>
          <a:prstGeom prst="rect">
            <a:avLst/>
          </a:prstGeom>
          <a:noFill/>
          <a:ln/>
        </p:spPr>
        <p:txBody>
          <a:bodyPr wrap="square" lIns="0" tIns="0" rIns="0" bIns="0" rtlCol="0" anchor="ctr"/>
          <a:lstStyle/>
          <a:p>
            <a:pPr marL="0" indent="0">
              <a:buNone/>
            </a:pPr>
            <a:r>
              <a:rPr lang="en-US" sz="1800" b="1" dirty="0">
                <a:solidFill>
                  <a:srgbClr val="16A34A"/>
                </a:solidFill>
                <a:latin typeface="JetBrains Mono ExtraBold" pitchFamily="34" charset="0"/>
                <a:ea typeface="JetBrains Mono ExtraBold" pitchFamily="34" charset="-122"/>
                <a:cs typeface="JetBrains Mono ExtraBold" pitchFamily="34" charset="-120"/>
              </a:rPr>
              <a:t>+</a:t>
            </a:r>
            <a:endParaRPr lang="en-US" sz="1800" dirty="0"/>
          </a:p>
        </p:txBody>
      </p:sp>
      <p:sp>
        <p:nvSpPr>
          <p:cNvPr id="15" name="Text 13"/>
          <p:cNvSpPr/>
          <p:nvPr/>
        </p:nvSpPr>
        <p:spPr>
          <a:xfrm>
            <a:off x="4434840" y="4946904"/>
            <a:ext cx="7040880" cy="457200"/>
          </a:xfrm>
          <a:prstGeom prst="rect">
            <a:avLst/>
          </a:prstGeom>
          <a:noFill/>
          <a:ln/>
        </p:spPr>
        <p:txBody>
          <a:bodyPr wrap="square" lIns="0" tIns="0" rIns="0" bIns="0" rtlCol="0" anchor="ctr"/>
          <a:lstStyle/>
          <a:p>
            <a:pPr marL="0" indent="0">
              <a:buNone/>
            </a:pPr>
            <a:r>
              <a:rPr lang="en-US" sz="1700" dirty="0">
                <a:solidFill>
                  <a:srgbClr val="0A0A0A"/>
                </a:solidFill>
                <a:latin typeface="Inter" pitchFamily="34" charset="0"/>
                <a:ea typeface="Inter" pitchFamily="34" charset="-122"/>
                <a:cs typeface="Inter" pitchFamily="34" charset="-120"/>
              </a:rPr>
              <a:t>Co-founder Privinity &amp; putSimply</a:t>
            </a:r>
            <a:endParaRPr lang="en-US" sz="1700" dirty="0"/>
          </a:p>
        </p:txBody>
      </p:sp>
      <p:pic>
        <p:nvPicPr>
          <p:cNvPr id="18" name="Picture 17">
            <a:extLst>
              <a:ext uri="{FF2B5EF4-FFF2-40B4-BE49-F238E27FC236}">
                <a16:creationId xmlns:a16="http://schemas.microsoft.com/office/drawing/2014/main" id="{1831CC9C-0190-51FF-D04E-DF419F0DB275}"/>
              </a:ext>
            </a:extLst>
          </p:cNvPr>
          <p:cNvPicPr>
            <a:picLocks noChangeAspect="1"/>
          </p:cNvPicPr>
          <p:nvPr/>
        </p:nvPicPr>
        <p:blipFill>
          <a:blip r:embed="rId3"/>
          <a:stretch>
            <a:fillRect/>
          </a:stretch>
        </p:blipFill>
        <p:spPr>
          <a:xfrm>
            <a:off x="819022" y="1371600"/>
            <a:ext cx="2294048" cy="2507448"/>
          </a:xfrm>
          <a:prstGeom prst="rect">
            <a:avLst/>
          </a:prstGeom>
        </p:spPr>
      </p:pic>
      <p:pic>
        <p:nvPicPr>
          <p:cNvPr id="30" name="Picture 29">
            <a:extLst>
              <a:ext uri="{FF2B5EF4-FFF2-40B4-BE49-F238E27FC236}">
                <a16:creationId xmlns:a16="http://schemas.microsoft.com/office/drawing/2014/main" id="{D2B58677-CD46-1EE6-07CE-CBF1E2E169A1}"/>
              </a:ext>
            </a:extLst>
          </p:cNvPr>
          <p:cNvPicPr>
            <a:picLocks noChangeAspect="1"/>
          </p:cNvPicPr>
          <p:nvPr/>
        </p:nvPicPr>
        <p:blipFill>
          <a:blip r:embed="rId4"/>
          <a:stretch>
            <a:fillRect/>
          </a:stretch>
        </p:blipFill>
        <p:spPr>
          <a:xfrm>
            <a:off x="819022" y="5878552"/>
            <a:ext cx="365761" cy="365761"/>
          </a:xfrm>
          <a:prstGeom prst="rect">
            <a:avLst/>
          </a:prstGeom>
        </p:spPr>
      </p:pic>
      <p:pic>
        <p:nvPicPr>
          <p:cNvPr id="32" name="Picture 31">
            <a:extLst>
              <a:ext uri="{FF2B5EF4-FFF2-40B4-BE49-F238E27FC236}">
                <a16:creationId xmlns:a16="http://schemas.microsoft.com/office/drawing/2014/main" id="{5AF17D38-E59C-7AD5-6761-E2A77883A8E0}"/>
              </a:ext>
            </a:extLst>
          </p:cNvPr>
          <p:cNvPicPr>
            <a:picLocks noChangeAspect="1"/>
          </p:cNvPicPr>
          <p:nvPr/>
        </p:nvPicPr>
        <p:blipFill>
          <a:blip r:embed="rId5"/>
          <a:stretch>
            <a:fillRect/>
          </a:stretch>
        </p:blipFill>
        <p:spPr>
          <a:xfrm>
            <a:off x="819023" y="5467073"/>
            <a:ext cx="365760" cy="365760"/>
          </a:xfrm>
          <a:prstGeom prst="rect">
            <a:avLst/>
          </a:prstGeom>
        </p:spPr>
      </p:pic>
      <p:pic>
        <p:nvPicPr>
          <p:cNvPr id="34" name="Picture 33">
            <a:extLst>
              <a:ext uri="{FF2B5EF4-FFF2-40B4-BE49-F238E27FC236}">
                <a16:creationId xmlns:a16="http://schemas.microsoft.com/office/drawing/2014/main" id="{B470010F-7457-35B7-FA48-C006DD438368}"/>
              </a:ext>
            </a:extLst>
          </p:cNvPr>
          <p:cNvPicPr>
            <a:picLocks noChangeAspect="1"/>
          </p:cNvPicPr>
          <p:nvPr/>
        </p:nvPicPr>
        <p:blipFill>
          <a:blip r:embed="rId6"/>
          <a:stretch>
            <a:fillRect/>
          </a:stretch>
        </p:blipFill>
        <p:spPr>
          <a:xfrm>
            <a:off x="819022" y="6272784"/>
            <a:ext cx="365761" cy="365761"/>
          </a:xfrm>
          <a:prstGeom prst="rect">
            <a:avLst/>
          </a:prstGeom>
        </p:spPr>
      </p:pic>
      <p:sp>
        <p:nvSpPr>
          <p:cNvPr id="35" name="Text 7">
            <a:extLst>
              <a:ext uri="{FF2B5EF4-FFF2-40B4-BE49-F238E27FC236}">
                <a16:creationId xmlns:a16="http://schemas.microsoft.com/office/drawing/2014/main" id="{DFDDDA39-066C-36F8-31D8-13BD2EBD968C}"/>
              </a:ext>
            </a:extLst>
          </p:cNvPr>
          <p:cNvSpPr/>
          <p:nvPr/>
        </p:nvSpPr>
        <p:spPr>
          <a:xfrm>
            <a:off x="1254567" y="5404104"/>
            <a:ext cx="2056526" cy="457200"/>
          </a:xfrm>
          <a:prstGeom prst="rect">
            <a:avLst/>
          </a:prstGeom>
          <a:noFill/>
          <a:ln/>
        </p:spPr>
        <p:txBody>
          <a:bodyPr wrap="square" lIns="0" tIns="0" rIns="0" bIns="0" rtlCol="0" anchor="ctr"/>
          <a:lstStyle/>
          <a:p>
            <a:pPr marL="0" indent="0">
              <a:buNone/>
            </a:pPr>
            <a:r>
              <a:rPr lang="en-US" sz="1100" dirty="0" err="1">
                <a:solidFill>
                  <a:srgbClr val="00B050"/>
                </a:solidFill>
                <a:latin typeface="Inter" pitchFamily="34" charset="0"/>
                <a:ea typeface="Inter" pitchFamily="34" charset="-122"/>
                <a:cs typeface="Inter" pitchFamily="34" charset="-120"/>
              </a:rPr>
              <a:t>enricovandelaar.com</a:t>
            </a:r>
            <a:endParaRPr lang="en-US" sz="1100" dirty="0">
              <a:solidFill>
                <a:srgbClr val="00B050"/>
              </a:solidFill>
            </a:endParaRPr>
          </a:p>
        </p:txBody>
      </p:sp>
      <p:sp>
        <p:nvSpPr>
          <p:cNvPr id="36" name="Text 7">
            <a:extLst>
              <a:ext uri="{FF2B5EF4-FFF2-40B4-BE49-F238E27FC236}">
                <a16:creationId xmlns:a16="http://schemas.microsoft.com/office/drawing/2014/main" id="{1AA3A2F2-C4B6-91B9-021C-1D2DD90E709E}"/>
              </a:ext>
            </a:extLst>
          </p:cNvPr>
          <p:cNvSpPr/>
          <p:nvPr/>
        </p:nvSpPr>
        <p:spPr>
          <a:xfrm>
            <a:off x="1254567" y="5832833"/>
            <a:ext cx="1969898" cy="457200"/>
          </a:xfrm>
          <a:prstGeom prst="rect">
            <a:avLst/>
          </a:prstGeom>
          <a:noFill/>
          <a:ln/>
        </p:spPr>
        <p:txBody>
          <a:bodyPr wrap="square" lIns="0" tIns="0" rIns="0" bIns="0" rtlCol="0" anchor="ctr"/>
          <a:lstStyle/>
          <a:p>
            <a:r>
              <a:rPr lang="en-US" sz="1100" dirty="0" err="1">
                <a:solidFill>
                  <a:srgbClr val="00B050"/>
                </a:solidFill>
                <a:latin typeface="Inter" pitchFamily="34" charset="0"/>
                <a:ea typeface="Inter" pitchFamily="34" charset="-122"/>
                <a:cs typeface="Inter" pitchFamily="34" charset="-120"/>
              </a:rPr>
              <a:t>linkedin.com</a:t>
            </a:r>
            <a:r>
              <a:rPr lang="en-US" sz="1100" dirty="0">
                <a:solidFill>
                  <a:srgbClr val="00B050"/>
                </a:solidFill>
                <a:latin typeface="Inter" pitchFamily="34" charset="0"/>
                <a:ea typeface="Inter" pitchFamily="34" charset="-122"/>
                <a:cs typeface="Inter" pitchFamily="34" charset="-120"/>
              </a:rPr>
              <a:t>/in/</a:t>
            </a:r>
            <a:r>
              <a:rPr lang="en-US" sz="1100" dirty="0" err="1">
                <a:solidFill>
                  <a:srgbClr val="00B050"/>
                </a:solidFill>
                <a:latin typeface="Inter" pitchFamily="34" charset="0"/>
                <a:ea typeface="Inter" pitchFamily="34" charset="-122"/>
                <a:cs typeface="Inter" pitchFamily="34" charset="-120"/>
              </a:rPr>
              <a:t>enricovdlaar</a:t>
            </a:r>
            <a:endParaRPr lang="en-US" sz="1100" dirty="0">
              <a:solidFill>
                <a:srgbClr val="00B050"/>
              </a:solidFill>
            </a:endParaRPr>
          </a:p>
        </p:txBody>
      </p:sp>
      <p:sp>
        <p:nvSpPr>
          <p:cNvPr id="37" name="Text 7">
            <a:extLst>
              <a:ext uri="{FF2B5EF4-FFF2-40B4-BE49-F238E27FC236}">
                <a16:creationId xmlns:a16="http://schemas.microsoft.com/office/drawing/2014/main" id="{84815FED-C37B-96D0-7DCF-4E747FBDBEEC}"/>
              </a:ext>
            </a:extLst>
          </p:cNvPr>
          <p:cNvSpPr/>
          <p:nvPr/>
        </p:nvSpPr>
        <p:spPr>
          <a:xfrm>
            <a:off x="1254566" y="6227064"/>
            <a:ext cx="1858505" cy="457200"/>
          </a:xfrm>
          <a:prstGeom prst="rect">
            <a:avLst/>
          </a:prstGeom>
          <a:noFill/>
          <a:ln/>
        </p:spPr>
        <p:txBody>
          <a:bodyPr wrap="square" lIns="0" tIns="0" rIns="0" bIns="0" rtlCol="0" anchor="ctr"/>
          <a:lstStyle/>
          <a:p>
            <a:r>
              <a:rPr lang="en-US" sz="1100" dirty="0" err="1">
                <a:solidFill>
                  <a:srgbClr val="00B050"/>
                </a:solidFill>
                <a:latin typeface="Inter" pitchFamily="34" charset="0"/>
                <a:ea typeface="Inter" pitchFamily="34" charset="-122"/>
                <a:cs typeface="Inter" pitchFamily="34" charset="-120"/>
              </a:rPr>
              <a:t>github.com</a:t>
            </a:r>
            <a:r>
              <a:rPr lang="en-US" sz="1100" dirty="0">
                <a:solidFill>
                  <a:srgbClr val="00B050"/>
                </a:solidFill>
                <a:latin typeface="Inter" pitchFamily="34" charset="0"/>
                <a:ea typeface="Inter" pitchFamily="34" charset="-122"/>
                <a:cs typeface="Inter" pitchFamily="34" charset="-120"/>
              </a:rPr>
              <a:t>/</a:t>
            </a:r>
            <a:r>
              <a:rPr lang="en-US" sz="1100" dirty="0" err="1">
                <a:solidFill>
                  <a:srgbClr val="00B050"/>
                </a:solidFill>
                <a:latin typeface="Inter" pitchFamily="34" charset="0"/>
                <a:ea typeface="Inter" pitchFamily="34" charset="-122"/>
                <a:cs typeface="Inter" pitchFamily="34" charset="-120"/>
              </a:rPr>
              <a:t>evdlaar</a:t>
            </a:r>
            <a:endParaRPr lang="en-US" sz="1100" dirty="0">
              <a:solidFill>
                <a:srgbClr val="00B05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3784E45A-AF13-BD3C-190B-A55967BD6A4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A1607F7-BD11-0380-F94B-7C845B3B6B06}"/>
              </a:ext>
            </a:extLst>
          </p:cNvPr>
          <p:cNvSpPr/>
          <p:nvPr/>
        </p:nvSpPr>
        <p:spPr>
          <a:xfrm>
            <a:off x="640080" y="548640"/>
            <a:ext cx="8229600" cy="365760"/>
          </a:xfrm>
          <a:prstGeom prst="rect">
            <a:avLst/>
          </a:prstGeom>
          <a:noFill/>
          <a:ln/>
        </p:spPr>
        <p:txBody>
          <a:bodyPr wrap="square" lIns="0" tIns="0" rIns="0" bIns="0" rtlCol="0" anchor="ctr"/>
          <a:lstStyle/>
          <a:p>
            <a:pPr marL="0" indent="0">
              <a:buNone/>
            </a:pPr>
            <a:r>
              <a:rPr lang="en-US" sz="1300" dirty="0">
                <a:solidFill>
                  <a:srgbClr val="16A34A"/>
                </a:solidFill>
                <a:latin typeface="JetBrains Mono Medium" pitchFamily="34" charset="0"/>
                <a:ea typeface="JetBrains Mono Medium" pitchFamily="34" charset="-122"/>
                <a:cs typeface="JetBrains Mono Medium" pitchFamily="34" charset="-120"/>
              </a:rPr>
              <a:t>// what we'll cover</a:t>
            </a:r>
            <a:endParaRPr lang="en-US" sz="1300" dirty="0"/>
          </a:p>
        </p:txBody>
      </p:sp>
      <p:sp>
        <p:nvSpPr>
          <p:cNvPr id="4" name="Shape 2">
            <a:extLst>
              <a:ext uri="{FF2B5EF4-FFF2-40B4-BE49-F238E27FC236}">
                <a16:creationId xmlns:a16="http://schemas.microsoft.com/office/drawing/2014/main" id="{7F6A6783-4EF4-B2B5-8068-9A190A43D924}"/>
              </a:ext>
            </a:extLst>
          </p:cNvPr>
          <p:cNvSpPr/>
          <p:nvPr/>
        </p:nvSpPr>
        <p:spPr>
          <a:xfrm>
            <a:off x="640080" y="1346158"/>
            <a:ext cx="548640" cy="548640"/>
          </a:xfrm>
          <a:prstGeom prst="ellipse">
            <a:avLst/>
          </a:prstGeom>
          <a:solidFill>
            <a:srgbClr val="F0FDF4"/>
          </a:solidFill>
          <a:ln/>
        </p:spPr>
        <p:txBody>
          <a:bodyPr/>
          <a:lstStyle/>
          <a:p>
            <a:endParaRPr lang="en-NL"/>
          </a:p>
        </p:txBody>
      </p:sp>
      <p:sp>
        <p:nvSpPr>
          <p:cNvPr id="5" name="Text 3">
            <a:extLst>
              <a:ext uri="{FF2B5EF4-FFF2-40B4-BE49-F238E27FC236}">
                <a16:creationId xmlns:a16="http://schemas.microsoft.com/office/drawing/2014/main" id="{F0088472-546B-4CC1-C94E-072CD8669286}"/>
              </a:ext>
            </a:extLst>
          </p:cNvPr>
          <p:cNvSpPr/>
          <p:nvPr/>
        </p:nvSpPr>
        <p:spPr>
          <a:xfrm>
            <a:off x="640080" y="1346158"/>
            <a:ext cx="548640" cy="548640"/>
          </a:xfrm>
          <a:prstGeom prst="rect">
            <a:avLst/>
          </a:prstGeom>
          <a:noFill/>
          <a:ln/>
        </p:spPr>
        <p:txBody>
          <a:bodyPr wrap="square" lIns="0" tIns="0" rIns="0" bIns="0" rtlCol="0" anchor="ctr"/>
          <a:lstStyle/>
          <a:p>
            <a:pPr marL="0" indent="0" algn="ctr">
              <a:buNone/>
            </a:pPr>
            <a:r>
              <a:rPr lang="en-US" sz="2000" b="1" dirty="0">
                <a:solidFill>
                  <a:srgbClr val="15803D"/>
                </a:solidFill>
                <a:latin typeface="JetBrains Mono ExtraBold" pitchFamily="34" charset="0"/>
                <a:ea typeface="JetBrains Mono ExtraBold" pitchFamily="34" charset="-122"/>
                <a:cs typeface="JetBrains Mono ExtraBold" pitchFamily="34" charset="-120"/>
              </a:rPr>
              <a:t>1</a:t>
            </a:r>
            <a:endParaRPr lang="en-US" sz="2000" dirty="0"/>
          </a:p>
        </p:txBody>
      </p:sp>
      <p:sp>
        <p:nvSpPr>
          <p:cNvPr id="6" name="Text 4">
            <a:extLst>
              <a:ext uri="{FF2B5EF4-FFF2-40B4-BE49-F238E27FC236}">
                <a16:creationId xmlns:a16="http://schemas.microsoft.com/office/drawing/2014/main" id="{BA2BA1B1-D741-1F0E-A0B9-8E79FF7337CE}"/>
              </a:ext>
            </a:extLst>
          </p:cNvPr>
          <p:cNvSpPr/>
          <p:nvPr/>
        </p:nvSpPr>
        <p:spPr>
          <a:xfrm>
            <a:off x="1417320" y="1327870"/>
            <a:ext cx="10058400" cy="585216"/>
          </a:xfrm>
          <a:prstGeom prst="rect">
            <a:avLst/>
          </a:prstGeom>
          <a:noFill/>
          <a:ln/>
        </p:spPr>
        <p:txBody>
          <a:bodyPr wrap="square" lIns="0" tIns="0" rIns="0" bIns="0" rtlCol="0" anchor="ctr"/>
          <a:lstStyle/>
          <a:p>
            <a:pPr marL="0" indent="0">
              <a:buNone/>
            </a:pPr>
            <a:r>
              <a:rPr lang="en-US" sz="1700" b="1" dirty="0">
                <a:solidFill>
                  <a:srgbClr val="0A0A0A"/>
                </a:solidFill>
                <a:latin typeface="Inter" pitchFamily="34" charset="0"/>
                <a:ea typeface="Inter" pitchFamily="34" charset="-122"/>
                <a:cs typeface="Inter" pitchFamily="34" charset="-120"/>
              </a:rPr>
              <a:t>The illusion of control </a:t>
            </a:r>
            <a:r>
              <a:rPr lang="en-US" sz="1700" b="1" dirty="0">
                <a:solidFill>
                  <a:srgbClr val="52525B"/>
                </a:solidFill>
                <a:latin typeface="Inter" pitchFamily="34" charset="0"/>
                <a:ea typeface="Inter" pitchFamily="34" charset="-122"/>
                <a:cs typeface="Inter" pitchFamily="34" charset="-120"/>
              </a:rPr>
              <a:t>– </a:t>
            </a:r>
            <a:r>
              <a:rPr lang="en-US" sz="1700" dirty="0">
                <a:solidFill>
                  <a:srgbClr val="52525B"/>
                </a:solidFill>
                <a:latin typeface="Inter" pitchFamily="34" charset="0"/>
                <a:ea typeface="Inter" pitchFamily="34" charset="-122"/>
                <a:cs typeface="Inter" pitchFamily="34" charset="-120"/>
              </a:rPr>
              <a:t>why “your data” isn’t your data</a:t>
            </a:r>
            <a:endParaRPr lang="en-US" sz="1700" dirty="0"/>
          </a:p>
        </p:txBody>
      </p:sp>
      <p:sp>
        <p:nvSpPr>
          <p:cNvPr id="7" name="Shape 5">
            <a:extLst>
              <a:ext uri="{FF2B5EF4-FFF2-40B4-BE49-F238E27FC236}">
                <a16:creationId xmlns:a16="http://schemas.microsoft.com/office/drawing/2014/main" id="{0ACE67EB-4091-796A-9A10-70471DD32BF2}"/>
              </a:ext>
            </a:extLst>
          </p:cNvPr>
          <p:cNvSpPr/>
          <p:nvPr/>
        </p:nvSpPr>
        <p:spPr>
          <a:xfrm>
            <a:off x="640080" y="2105110"/>
            <a:ext cx="548640" cy="548640"/>
          </a:xfrm>
          <a:prstGeom prst="ellipse">
            <a:avLst/>
          </a:prstGeom>
          <a:solidFill>
            <a:srgbClr val="F0FDF4"/>
          </a:solidFill>
          <a:ln/>
        </p:spPr>
        <p:txBody>
          <a:bodyPr/>
          <a:lstStyle/>
          <a:p>
            <a:endParaRPr lang="en-NL"/>
          </a:p>
        </p:txBody>
      </p:sp>
      <p:sp>
        <p:nvSpPr>
          <p:cNvPr id="8" name="Text 6">
            <a:extLst>
              <a:ext uri="{FF2B5EF4-FFF2-40B4-BE49-F238E27FC236}">
                <a16:creationId xmlns:a16="http://schemas.microsoft.com/office/drawing/2014/main" id="{6E3F82DF-529F-5478-2D45-45B3AB070E78}"/>
              </a:ext>
            </a:extLst>
          </p:cNvPr>
          <p:cNvSpPr/>
          <p:nvPr/>
        </p:nvSpPr>
        <p:spPr>
          <a:xfrm>
            <a:off x="640080" y="2105110"/>
            <a:ext cx="548640" cy="548640"/>
          </a:xfrm>
          <a:prstGeom prst="rect">
            <a:avLst/>
          </a:prstGeom>
          <a:noFill/>
          <a:ln/>
        </p:spPr>
        <p:txBody>
          <a:bodyPr wrap="square" lIns="0" tIns="0" rIns="0" bIns="0" rtlCol="0" anchor="ctr"/>
          <a:lstStyle/>
          <a:p>
            <a:pPr marL="0" indent="0" algn="ctr">
              <a:buNone/>
            </a:pPr>
            <a:r>
              <a:rPr lang="en-US" sz="2000" b="1" dirty="0">
                <a:solidFill>
                  <a:srgbClr val="15803D"/>
                </a:solidFill>
                <a:latin typeface="JetBrains Mono ExtraBold" pitchFamily="34" charset="0"/>
                <a:ea typeface="JetBrains Mono ExtraBold" pitchFamily="34" charset="-122"/>
                <a:cs typeface="JetBrains Mono ExtraBold" pitchFamily="34" charset="-120"/>
              </a:rPr>
              <a:t>2</a:t>
            </a:r>
            <a:endParaRPr lang="en-US" sz="2000" dirty="0"/>
          </a:p>
        </p:txBody>
      </p:sp>
      <p:sp>
        <p:nvSpPr>
          <p:cNvPr id="9" name="Text 7">
            <a:extLst>
              <a:ext uri="{FF2B5EF4-FFF2-40B4-BE49-F238E27FC236}">
                <a16:creationId xmlns:a16="http://schemas.microsoft.com/office/drawing/2014/main" id="{20C22E78-F5AC-01D7-7F0E-F0FC78482653}"/>
              </a:ext>
            </a:extLst>
          </p:cNvPr>
          <p:cNvSpPr/>
          <p:nvPr/>
        </p:nvSpPr>
        <p:spPr>
          <a:xfrm>
            <a:off x="1417320" y="2086822"/>
            <a:ext cx="10058400" cy="585216"/>
          </a:xfrm>
          <a:prstGeom prst="rect">
            <a:avLst/>
          </a:prstGeom>
          <a:noFill/>
          <a:ln/>
        </p:spPr>
        <p:txBody>
          <a:bodyPr wrap="square" lIns="0" tIns="0" rIns="0" bIns="0" rtlCol="0" anchor="ctr"/>
          <a:lstStyle/>
          <a:p>
            <a:r>
              <a:rPr lang="en-US" sz="1700" b="1" dirty="0">
                <a:solidFill>
                  <a:srgbClr val="0A0A0A"/>
                </a:solidFill>
                <a:latin typeface="Inter" pitchFamily="34" charset="0"/>
                <a:ea typeface="Inter" pitchFamily="34" charset="-122"/>
                <a:cs typeface="Inter" pitchFamily="34" charset="-120"/>
              </a:rPr>
              <a:t>How did we get here –</a:t>
            </a:r>
            <a:r>
              <a:rPr lang="en-US" sz="1700" dirty="0">
                <a:solidFill>
                  <a:srgbClr val="0A0A0A"/>
                </a:solidFill>
                <a:latin typeface="Inter" pitchFamily="34" charset="0"/>
                <a:ea typeface="Inter" pitchFamily="34" charset="-122"/>
                <a:cs typeface="Inter" pitchFamily="34" charset="-120"/>
              </a:rPr>
              <a:t> </a:t>
            </a:r>
            <a:r>
              <a:rPr lang="en-US" sz="1700" dirty="0">
                <a:solidFill>
                  <a:srgbClr val="52525B"/>
                </a:solidFill>
                <a:latin typeface="Inter" pitchFamily="34" charset="0"/>
                <a:ea typeface="Inter" pitchFamily="34" charset="-122"/>
                <a:cs typeface="Inter" pitchFamily="34" charset="-120"/>
              </a:rPr>
              <a:t>infrastructure abstractions, government power and legislation</a:t>
            </a:r>
            <a:endParaRPr lang="en-US" sz="1700" dirty="0"/>
          </a:p>
        </p:txBody>
      </p:sp>
      <p:sp>
        <p:nvSpPr>
          <p:cNvPr id="13" name="Shape 11">
            <a:extLst>
              <a:ext uri="{FF2B5EF4-FFF2-40B4-BE49-F238E27FC236}">
                <a16:creationId xmlns:a16="http://schemas.microsoft.com/office/drawing/2014/main" id="{80668855-1E17-7C7C-FC9B-9513EEAFF20B}"/>
              </a:ext>
            </a:extLst>
          </p:cNvPr>
          <p:cNvSpPr/>
          <p:nvPr/>
        </p:nvSpPr>
        <p:spPr>
          <a:xfrm>
            <a:off x="640080" y="2862072"/>
            <a:ext cx="548640" cy="548640"/>
          </a:xfrm>
          <a:prstGeom prst="ellipse">
            <a:avLst/>
          </a:prstGeom>
          <a:solidFill>
            <a:srgbClr val="F0FDF4"/>
          </a:solidFill>
          <a:ln/>
        </p:spPr>
        <p:txBody>
          <a:bodyPr/>
          <a:lstStyle/>
          <a:p>
            <a:endParaRPr lang="en-NL"/>
          </a:p>
        </p:txBody>
      </p:sp>
      <p:sp>
        <p:nvSpPr>
          <p:cNvPr id="14" name="Text 12">
            <a:extLst>
              <a:ext uri="{FF2B5EF4-FFF2-40B4-BE49-F238E27FC236}">
                <a16:creationId xmlns:a16="http://schemas.microsoft.com/office/drawing/2014/main" id="{C2D88764-5FFE-B07B-A845-B99E68B52D98}"/>
              </a:ext>
            </a:extLst>
          </p:cNvPr>
          <p:cNvSpPr/>
          <p:nvPr/>
        </p:nvSpPr>
        <p:spPr>
          <a:xfrm>
            <a:off x="640080" y="2862072"/>
            <a:ext cx="548640" cy="548640"/>
          </a:xfrm>
          <a:prstGeom prst="rect">
            <a:avLst/>
          </a:prstGeom>
          <a:noFill/>
          <a:ln/>
        </p:spPr>
        <p:txBody>
          <a:bodyPr wrap="square" lIns="0" tIns="0" rIns="0" bIns="0" rtlCol="0" anchor="ctr"/>
          <a:lstStyle/>
          <a:p>
            <a:pPr marL="0" indent="0" algn="ctr">
              <a:buNone/>
            </a:pPr>
            <a:r>
              <a:rPr lang="en-US" sz="2000" b="1" dirty="0">
                <a:solidFill>
                  <a:srgbClr val="15803D"/>
                </a:solidFill>
                <a:latin typeface="JetBrains Mono ExtraBold" pitchFamily="34" charset="0"/>
                <a:cs typeface="JetBrains Mono ExtraBold" pitchFamily="34" charset="-120"/>
              </a:rPr>
              <a:t>3</a:t>
            </a:r>
            <a:endParaRPr lang="en-US" sz="2000" dirty="0"/>
          </a:p>
        </p:txBody>
      </p:sp>
      <p:sp>
        <p:nvSpPr>
          <p:cNvPr id="15" name="Text 13">
            <a:extLst>
              <a:ext uri="{FF2B5EF4-FFF2-40B4-BE49-F238E27FC236}">
                <a16:creationId xmlns:a16="http://schemas.microsoft.com/office/drawing/2014/main" id="{30A0AF5E-900C-0978-C815-54279405C26B}"/>
              </a:ext>
            </a:extLst>
          </p:cNvPr>
          <p:cNvSpPr/>
          <p:nvPr/>
        </p:nvSpPr>
        <p:spPr>
          <a:xfrm>
            <a:off x="1417320" y="2843784"/>
            <a:ext cx="10058400" cy="585216"/>
          </a:xfrm>
          <a:prstGeom prst="rect">
            <a:avLst/>
          </a:prstGeom>
          <a:noFill/>
          <a:ln/>
        </p:spPr>
        <p:txBody>
          <a:bodyPr wrap="square" lIns="0" tIns="0" rIns="0" bIns="0" rtlCol="0" anchor="ctr"/>
          <a:lstStyle/>
          <a:p>
            <a:pPr marL="0" indent="0">
              <a:buNone/>
            </a:pPr>
            <a:r>
              <a:rPr lang="en-US" sz="1700" b="1" dirty="0">
                <a:solidFill>
                  <a:srgbClr val="0A0A0A"/>
                </a:solidFill>
                <a:latin typeface="Inter" pitchFamily="34" charset="0"/>
                <a:ea typeface="Inter" pitchFamily="34" charset="-122"/>
                <a:cs typeface="Inter" pitchFamily="34" charset="-120"/>
              </a:rPr>
              <a:t>What sovereignty really means –</a:t>
            </a:r>
            <a:r>
              <a:rPr lang="en-US" sz="1700" dirty="0">
                <a:solidFill>
                  <a:srgbClr val="52525B"/>
                </a:solidFill>
                <a:latin typeface="Inter" pitchFamily="34" charset="0"/>
                <a:ea typeface="Inter" pitchFamily="34" charset="-122"/>
                <a:cs typeface="Inter" pitchFamily="34" charset="-120"/>
              </a:rPr>
              <a:t> and what it doesn’t</a:t>
            </a:r>
            <a:endParaRPr lang="en-US" sz="1700" dirty="0"/>
          </a:p>
        </p:txBody>
      </p:sp>
      <p:sp>
        <p:nvSpPr>
          <p:cNvPr id="16" name="Shape 14">
            <a:extLst>
              <a:ext uri="{FF2B5EF4-FFF2-40B4-BE49-F238E27FC236}">
                <a16:creationId xmlns:a16="http://schemas.microsoft.com/office/drawing/2014/main" id="{6EBE131B-F3D3-01C7-2351-1655A4DAD1A2}"/>
              </a:ext>
            </a:extLst>
          </p:cNvPr>
          <p:cNvSpPr/>
          <p:nvPr/>
        </p:nvSpPr>
        <p:spPr>
          <a:xfrm>
            <a:off x="640080" y="3621024"/>
            <a:ext cx="548640" cy="548640"/>
          </a:xfrm>
          <a:prstGeom prst="ellipse">
            <a:avLst/>
          </a:prstGeom>
          <a:solidFill>
            <a:srgbClr val="F0FDF4"/>
          </a:solidFill>
          <a:ln/>
        </p:spPr>
        <p:txBody>
          <a:bodyPr/>
          <a:lstStyle/>
          <a:p>
            <a:endParaRPr lang="en-NL"/>
          </a:p>
        </p:txBody>
      </p:sp>
      <p:sp>
        <p:nvSpPr>
          <p:cNvPr id="17" name="Text 15">
            <a:extLst>
              <a:ext uri="{FF2B5EF4-FFF2-40B4-BE49-F238E27FC236}">
                <a16:creationId xmlns:a16="http://schemas.microsoft.com/office/drawing/2014/main" id="{5ECDDDFE-FAE9-2BBD-3AC8-6051145D2B66}"/>
              </a:ext>
            </a:extLst>
          </p:cNvPr>
          <p:cNvSpPr/>
          <p:nvPr/>
        </p:nvSpPr>
        <p:spPr>
          <a:xfrm>
            <a:off x="640080" y="3621024"/>
            <a:ext cx="548640" cy="548640"/>
          </a:xfrm>
          <a:prstGeom prst="rect">
            <a:avLst/>
          </a:prstGeom>
          <a:noFill/>
          <a:ln/>
        </p:spPr>
        <p:txBody>
          <a:bodyPr wrap="square" lIns="0" tIns="0" rIns="0" bIns="0" rtlCol="0" anchor="ctr"/>
          <a:lstStyle/>
          <a:p>
            <a:pPr marL="0" indent="0" algn="ctr">
              <a:buNone/>
            </a:pPr>
            <a:r>
              <a:rPr lang="en-US" sz="2000" b="1" dirty="0">
                <a:solidFill>
                  <a:srgbClr val="15803D"/>
                </a:solidFill>
                <a:latin typeface="JetBrains Mono ExtraBold" pitchFamily="34" charset="0"/>
                <a:cs typeface="JetBrains Mono ExtraBold" pitchFamily="34" charset="-120"/>
              </a:rPr>
              <a:t>4</a:t>
            </a:r>
            <a:endParaRPr lang="en-US" sz="2000" dirty="0"/>
          </a:p>
        </p:txBody>
      </p:sp>
      <p:sp>
        <p:nvSpPr>
          <p:cNvPr id="18" name="Text 16">
            <a:extLst>
              <a:ext uri="{FF2B5EF4-FFF2-40B4-BE49-F238E27FC236}">
                <a16:creationId xmlns:a16="http://schemas.microsoft.com/office/drawing/2014/main" id="{85A644E0-FDA5-FD9C-B0AA-34BDEF8C1E0E}"/>
              </a:ext>
            </a:extLst>
          </p:cNvPr>
          <p:cNvSpPr/>
          <p:nvPr/>
        </p:nvSpPr>
        <p:spPr>
          <a:xfrm>
            <a:off x="1417320" y="3602736"/>
            <a:ext cx="10058400" cy="585216"/>
          </a:xfrm>
          <a:prstGeom prst="rect">
            <a:avLst/>
          </a:prstGeom>
          <a:noFill/>
          <a:ln/>
        </p:spPr>
        <p:txBody>
          <a:bodyPr wrap="square" lIns="0" tIns="0" rIns="0" bIns="0" rtlCol="0" anchor="ctr"/>
          <a:lstStyle/>
          <a:p>
            <a:pPr marL="0" indent="0">
              <a:buNone/>
            </a:pPr>
            <a:r>
              <a:rPr lang="en-US" sz="1700" b="1" dirty="0">
                <a:solidFill>
                  <a:srgbClr val="0A0A0A"/>
                </a:solidFill>
                <a:latin typeface="Inter" pitchFamily="34" charset="0"/>
                <a:ea typeface="Inter" pitchFamily="34" charset="-122"/>
                <a:cs typeface="Inter" pitchFamily="34" charset="-120"/>
              </a:rPr>
              <a:t>Building a sovereign data platform – </a:t>
            </a:r>
            <a:r>
              <a:rPr lang="en-US" sz="1700" dirty="0">
                <a:solidFill>
                  <a:srgbClr val="52525B"/>
                </a:solidFill>
                <a:latin typeface="Inter" pitchFamily="34" charset="0"/>
                <a:ea typeface="Inter" pitchFamily="34" charset="-122"/>
                <a:cs typeface="Inter" pitchFamily="34" charset="-120"/>
              </a:rPr>
              <a:t>principles and reference architecture</a:t>
            </a:r>
            <a:endParaRPr lang="en-US" sz="1700" dirty="0"/>
          </a:p>
        </p:txBody>
      </p:sp>
      <p:sp>
        <p:nvSpPr>
          <p:cNvPr id="19" name="Shape 14">
            <a:extLst>
              <a:ext uri="{FF2B5EF4-FFF2-40B4-BE49-F238E27FC236}">
                <a16:creationId xmlns:a16="http://schemas.microsoft.com/office/drawing/2014/main" id="{38EF40BD-8D20-04EB-7F79-99A9D8ECD626}"/>
              </a:ext>
            </a:extLst>
          </p:cNvPr>
          <p:cNvSpPr/>
          <p:nvPr/>
        </p:nvSpPr>
        <p:spPr>
          <a:xfrm>
            <a:off x="640080" y="4379976"/>
            <a:ext cx="548640" cy="548640"/>
          </a:xfrm>
          <a:prstGeom prst="ellipse">
            <a:avLst/>
          </a:prstGeom>
          <a:solidFill>
            <a:srgbClr val="F0FDF4"/>
          </a:solidFill>
          <a:ln/>
        </p:spPr>
        <p:txBody>
          <a:bodyPr/>
          <a:lstStyle/>
          <a:p>
            <a:endParaRPr lang="en-NL"/>
          </a:p>
        </p:txBody>
      </p:sp>
      <p:sp>
        <p:nvSpPr>
          <p:cNvPr id="20" name="Text 15">
            <a:extLst>
              <a:ext uri="{FF2B5EF4-FFF2-40B4-BE49-F238E27FC236}">
                <a16:creationId xmlns:a16="http://schemas.microsoft.com/office/drawing/2014/main" id="{2C181E3A-4FBC-8933-CDDC-2F0DE72450A8}"/>
              </a:ext>
            </a:extLst>
          </p:cNvPr>
          <p:cNvSpPr/>
          <p:nvPr/>
        </p:nvSpPr>
        <p:spPr>
          <a:xfrm>
            <a:off x="640080" y="4379976"/>
            <a:ext cx="548640" cy="548640"/>
          </a:xfrm>
          <a:prstGeom prst="rect">
            <a:avLst/>
          </a:prstGeom>
          <a:noFill/>
          <a:ln/>
        </p:spPr>
        <p:txBody>
          <a:bodyPr wrap="square" lIns="0" tIns="0" rIns="0" bIns="0" rtlCol="0" anchor="ctr"/>
          <a:lstStyle/>
          <a:p>
            <a:pPr marL="0" indent="0" algn="ctr">
              <a:buNone/>
            </a:pPr>
            <a:r>
              <a:rPr lang="en-US" sz="2000" b="1" dirty="0">
                <a:solidFill>
                  <a:srgbClr val="15803D"/>
                </a:solidFill>
                <a:latin typeface="JetBrains Mono ExtraBold" pitchFamily="34" charset="0"/>
                <a:cs typeface="JetBrains Mono ExtraBold" pitchFamily="34" charset="-120"/>
              </a:rPr>
              <a:t>5</a:t>
            </a:r>
            <a:endParaRPr lang="en-US" sz="2000" dirty="0"/>
          </a:p>
        </p:txBody>
      </p:sp>
      <p:sp>
        <p:nvSpPr>
          <p:cNvPr id="21" name="Text 16">
            <a:extLst>
              <a:ext uri="{FF2B5EF4-FFF2-40B4-BE49-F238E27FC236}">
                <a16:creationId xmlns:a16="http://schemas.microsoft.com/office/drawing/2014/main" id="{422D7E7D-D009-236D-84CC-692269CDA0DF}"/>
              </a:ext>
            </a:extLst>
          </p:cNvPr>
          <p:cNvSpPr/>
          <p:nvPr/>
        </p:nvSpPr>
        <p:spPr>
          <a:xfrm>
            <a:off x="1417320" y="4361688"/>
            <a:ext cx="10058400" cy="585216"/>
          </a:xfrm>
          <a:prstGeom prst="rect">
            <a:avLst/>
          </a:prstGeom>
          <a:noFill/>
          <a:ln/>
        </p:spPr>
        <p:txBody>
          <a:bodyPr wrap="square" lIns="0" tIns="0" rIns="0" bIns="0" rtlCol="0" anchor="ctr"/>
          <a:lstStyle/>
          <a:p>
            <a:pPr marL="0" indent="0">
              <a:buNone/>
            </a:pPr>
            <a:r>
              <a:rPr lang="en-US" sz="1700" b="1" dirty="0">
                <a:solidFill>
                  <a:srgbClr val="0A0A0A"/>
                </a:solidFill>
                <a:latin typeface="Inter" pitchFamily="34" charset="0"/>
                <a:ea typeface="Inter" pitchFamily="34" charset="-122"/>
                <a:cs typeface="Inter" pitchFamily="34" charset="-120"/>
              </a:rPr>
              <a:t>The uncomfortable truth – </a:t>
            </a:r>
            <a:r>
              <a:rPr lang="en-US" sz="1700" dirty="0">
                <a:solidFill>
                  <a:srgbClr val="52525B"/>
                </a:solidFill>
                <a:latin typeface="Inter" pitchFamily="34" charset="0"/>
                <a:ea typeface="Inter" pitchFamily="34" charset="-122"/>
                <a:cs typeface="Inter" pitchFamily="34" charset="-120"/>
              </a:rPr>
              <a:t>what this is costing you</a:t>
            </a:r>
            <a:endParaRPr lang="en-US" sz="1700" dirty="0"/>
          </a:p>
        </p:txBody>
      </p:sp>
      <p:sp>
        <p:nvSpPr>
          <p:cNvPr id="22" name="Shape 14">
            <a:extLst>
              <a:ext uri="{FF2B5EF4-FFF2-40B4-BE49-F238E27FC236}">
                <a16:creationId xmlns:a16="http://schemas.microsoft.com/office/drawing/2014/main" id="{2E6D00BD-03CE-152E-FC6A-CFF78D87BA84}"/>
              </a:ext>
            </a:extLst>
          </p:cNvPr>
          <p:cNvSpPr/>
          <p:nvPr/>
        </p:nvSpPr>
        <p:spPr>
          <a:xfrm>
            <a:off x="640080" y="5138928"/>
            <a:ext cx="548640" cy="548640"/>
          </a:xfrm>
          <a:prstGeom prst="ellipse">
            <a:avLst/>
          </a:prstGeom>
          <a:solidFill>
            <a:srgbClr val="F0FDF4"/>
          </a:solidFill>
          <a:ln/>
        </p:spPr>
        <p:txBody>
          <a:bodyPr/>
          <a:lstStyle/>
          <a:p>
            <a:endParaRPr lang="en-NL"/>
          </a:p>
        </p:txBody>
      </p:sp>
      <p:sp>
        <p:nvSpPr>
          <p:cNvPr id="23" name="Text 15">
            <a:extLst>
              <a:ext uri="{FF2B5EF4-FFF2-40B4-BE49-F238E27FC236}">
                <a16:creationId xmlns:a16="http://schemas.microsoft.com/office/drawing/2014/main" id="{CC236E0A-085D-29AF-CF05-98FB23C4F22B}"/>
              </a:ext>
            </a:extLst>
          </p:cNvPr>
          <p:cNvSpPr/>
          <p:nvPr/>
        </p:nvSpPr>
        <p:spPr>
          <a:xfrm>
            <a:off x="640080" y="5138928"/>
            <a:ext cx="548640" cy="548640"/>
          </a:xfrm>
          <a:prstGeom prst="rect">
            <a:avLst/>
          </a:prstGeom>
          <a:noFill/>
          <a:ln/>
        </p:spPr>
        <p:txBody>
          <a:bodyPr wrap="square" lIns="0" tIns="0" rIns="0" bIns="0" rtlCol="0" anchor="ctr"/>
          <a:lstStyle/>
          <a:p>
            <a:pPr marL="0" indent="0" algn="ctr">
              <a:buNone/>
            </a:pPr>
            <a:r>
              <a:rPr lang="en-US" sz="2000" b="1" dirty="0">
                <a:solidFill>
                  <a:srgbClr val="15803D"/>
                </a:solidFill>
                <a:latin typeface="JetBrains Mono ExtraBold" pitchFamily="34" charset="0"/>
                <a:cs typeface="JetBrains Mono ExtraBold" pitchFamily="34" charset="-120"/>
              </a:rPr>
              <a:t>6</a:t>
            </a:r>
            <a:endParaRPr lang="en-US" sz="2000" dirty="0"/>
          </a:p>
        </p:txBody>
      </p:sp>
      <p:sp>
        <p:nvSpPr>
          <p:cNvPr id="24" name="Text 16">
            <a:extLst>
              <a:ext uri="{FF2B5EF4-FFF2-40B4-BE49-F238E27FC236}">
                <a16:creationId xmlns:a16="http://schemas.microsoft.com/office/drawing/2014/main" id="{48BA5050-FEB0-8886-E32F-BD91A9D15F15}"/>
              </a:ext>
            </a:extLst>
          </p:cNvPr>
          <p:cNvSpPr/>
          <p:nvPr/>
        </p:nvSpPr>
        <p:spPr>
          <a:xfrm>
            <a:off x="1417320" y="5120640"/>
            <a:ext cx="10058400" cy="585216"/>
          </a:xfrm>
          <a:prstGeom prst="rect">
            <a:avLst/>
          </a:prstGeom>
          <a:noFill/>
          <a:ln/>
        </p:spPr>
        <p:txBody>
          <a:bodyPr wrap="square" lIns="0" tIns="0" rIns="0" bIns="0" rtlCol="0" anchor="ctr"/>
          <a:lstStyle/>
          <a:p>
            <a:pPr marL="0" indent="0">
              <a:buNone/>
            </a:pPr>
            <a:r>
              <a:rPr lang="en-US" sz="1700" b="1" dirty="0">
                <a:solidFill>
                  <a:srgbClr val="0A0A0A"/>
                </a:solidFill>
                <a:latin typeface="Inter" pitchFamily="34" charset="0"/>
                <a:ea typeface="Inter" pitchFamily="34" charset="-122"/>
                <a:cs typeface="Inter" pitchFamily="34" charset="-120"/>
              </a:rPr>
              <a:t>Where to start this Monday</a:t>
            </a:r>
            <a:endParaRPr lang="en-US" sz="1700" dirty="0"/>
          </a:p>
        </p:txBody>
      </p:sp>
    </p:spTree>
    <p:extLst>
      <p:ext uri="{BB962C8B-B14F-4D97-AF65-F5344CB8AC3E}">
        <p14:creationId xmlns:p14="http://schemas.microsoft.com/office/powerpoint/2010/main" val="3380333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640080" y="59436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1. the illusion of control</a:t>
            </a:r>
            <a:endParaRPr lang="en-US" sz="1300" dirty="0"/>
          </a:p>
        </p:txBody>
      </p:sp>
      <p:sp>
        <p:nvSpPr>
          <p:cNvPr id="3" name="Text 1"/>
          <p:cNvSpPr/>
          <p:nvPr/>
        </p:nvSpPr>
        <p:spPr>
          <a:xfrm>
            <a:off x="640080" y="1005840"/>
            <a:ext cx="10515600" cy="731520"/>
          </a:xfrm>
          <a:prstGeom prst="rect">
            <a:avLst/>
          </a:prstGeom>
          <a:noFill/>
          <a:ln/>
        </p:spPr>
        <p:txBody>
          <a:bodyPr wrap="square" lIns="0" tIns="0" rIns="0" bIns="0" rtlCol="0" anchor="ctr"/>
          <a:lstStyle/>
          <a:p>
            <a:pPr marL="0" indent="0">
              <a:buNone/>
            </a:pPr>
            <a:r>
              <a:rPr lang="en-US" sz="3000" b="1" dirty="0">
                <a:solidFill>
                  <a:srgbClr val="FFFFFF"/>
                </a:solidFill>
                <a:latin typeface="Space Grotesk" pitchFamily="34" charset="0"/>
                <a:ea typeface="Space Grotesk" pitchFamily="34" charset="-122"/>
                <a:cs typeface="Space Grotesk" pitchFamily="34" charset="-120"/>
              </a:rPr>
              <a:t>A regular Tuesday morning for the data team</a:t>
            </a:r>
            <a:endParaRPr lang="en-US" sz="3000" dirty="0"/>
          </a:p>
        </p:txBody>
      </p:sp>
      <p:grpSp>
        <p:nvGrpSpPr>
          <p:cNvPr id="49" name="Group 48">
            <a:extLst>
              <a:ext uri="{FF2B5EF4-FFF2-40B4-BE49-F238E27FC236}">
                <a16:creationId xmlns:a16="http://schemas.microsoft.com/office/drawing/2014/main" id="{37776D50-083F-50CE-FD74-C8B8C6C60DDE}"/>
              </a:ext>
            </a:extLst>
          </p:cNvPr>
          <p:cNvGrpSpPr/>
          <p:nvPr/>
        </p:nvGrpSpPr>
        <p:grpSpPr>
          <a:xfrm>
            <a:off x="1874520" y="2263806"/>
            <a:ext cx="1903336" cy="868013"/>
            <a:chOff x="1874520" y="2263806"/>
            <a:chExt cx="1903336" cy="868013"/>
          </a:xfrm>
        </p:grpSpPr>
        <p:sp>
          <p:nvSpPr>
            <p:cNvPr id="4" name="Shape 2"/>
            <p:cNvSpPr/>
            <p:nvPr/>
          </p:nvSpPr>
          <p:spPr>
            <a:xfrm>
              <a:off x="1874520" y="2263806"/>
              <a:ext cx="1903336" cy="868013"/>
            </a:xfrm>
            <a:prstGeom prst="roundRect">
              <a:avLst>
                <a:gd name="adj" fmla="val 2597"/>
              </a:avLst>
            </a:prstGeom>
            <a:solidFill>
              <a:srgbClr val="0F4F41"/>
            </a:solidFill>
            <a:ln w="12700">
              <a:solidFill>
                <a:srgbClr val="52C29E"/>
              </a:solidFill>
              <a:prstDash val="solid"/>
            </a:ln>
          </p:spPr>
          <p:txBody>
            <a:bodyPr/>
            <a:lstStyle/>
            <a:p>
              <a:endParaRPr lang="en-NL"/>
            </a:p>
          </p:txBody>
        </p:sp>
        <p:sp>
          <p:nvSpPr>
            <p:cNvPr id="12" name="TextBox 11">
              <a:extLst>
                <a:ext uri="{FF2B5EF4-FFF2-40B4-BE49-F238E27FC236}">
                  <a16:creationId xmlns:a16="http://schemas.microsoft.com/office/drawing/2014/main" id="{6C726EB1-D179-E0F9-310B-9A4040E2BF15}"/>
                </a:ext>
              </a:extLst>
            </p:cNvPr>
            <p:cNvSpPr txBox="1"/>
            <p:nvPr/>
          </p:nvSpPr>
          <p:spPr>
            <a:xfrm>
              <a:off x="1874520" y="2647042"/>
              <a:ext cx="1162210" cy="469359"/>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Log In</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Entra ID</a:t>
              </a:r>
              <a:endParaRPr lang="en-NL" sz="1400" dirty="0">
                <a:solidFill>
                  <a:schemeClr val="bg1"/>
                </a:solidFill>
                <a:latin typeface="Inter ExtraLight" panose="02000503000000020004" pitchFamily="2" charset="0"/>
                <a:ea typeface="Inter ExtraLight" panose="02000503000000020004" pitchFamily="2" charset="0"/>
              </a:endParaRPr>
            </a:p>
          </p:txBody>
        </p:sp>
        <p:pic>
          <p:nvPicPr>
            <p:cNvPr id="14" name="Graphic 13" descr="Key with solid fill">
              <a:extLst>
                <a:ext uri="{FF2B5EF4-FFF2-40B4-BE49-F238E27FC236}">
                  <a16:creationId xmlns:a16="http://schemas.microsoft.com/office/drawing/2014/main" id="{00919C4A-E40F-D868-3A66-06C9ED42E1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56163" y="2286291"/>
              <a:ext cx="315781" cy="315781"/>
            </a:xfrm>
            <a:prstGeom prst="rect">
              <a:avLst/>
            </a:prstGeom>
          </p:spPr>
        </p:pic>
      </p:grpSp>
      <p:grpSp>
        <p:nvGrpSpPr>
          <p:cNvPr id="50" name="Group 49">
            <a:extLst>
              <a:ext uri="{FF2B5EF4-FFF2-40B4-BE49-F238E27FC236}">
                <a16:creationId xmlns:a16="http://schemas.microsoft.com/office/drawing/2014/main" id="{2A3E1554-453A-705A-46C3-205EB314B942}"/>
              </a:ext>
            </a:extLst>
          </p:cNvPr>
          <p:cNvGrpSpPr/>
          <p:nvPr/>
        </p:nvGrpSpPr>
        <p:grpSpPr>
          <a:xfrm>
            <a:off x="3970980" y="2263806"/>
            <a:ext cx="1903336" cy="868013"/>
            <a:chOff x="3970980" y="2263806"/>
            <a:chExt cx="1903336" cy="868013"/>
          </a:xfrm>
        </p:grpSpPr>
        <p:sp>
          <p:nvSpPr>
            <p:cNvPr id="15" name="Shape 2">
              <a:extLst>
                <a:ext uri="{FF2B5EF4-FFF2-40B4-BE49-F238E27FC236}">
                  <a16:creationId xmlns:a16="http://schemas.microsoft.com/office/drawing/2014/main" id="{63CBD447-C52D-ACFB-20D6-0BD2F6915E45}"/>
                </a:ext>
              </a:extLst>
            </p:cNvPr>
            <p:cNvSpPr/>
            <p:nvPr/>
          </p:nvSpPr>
          <p:spPr>
            <a:xfrm>
              <a:off x="3970980" y="2263806"/>
              <a:ext cx="1903336" cy="868013"/>
            </a:xfrm>
            <a:prstGeom prst="roundRect">
              <a:avLst>
                <a:gd name="adj" fmla="val 2597"/>
              </a:avLst>
            </a:prstGeom>
            <a:solidFill>
              <a:srgbClr val="0F4F41"/>
            </a:solidFill>
            <a:ln w="12700">
              <a:solidFill>
                <a:srgbClr val="52C29E"/>
              </a:solidFill>
              <a:prstDash val="solid"/>
            </a:ln>
          </p:spPr>
          <p:txBody>
            <a:bodyPr/>
            <a:lstStyle/>
            <a:p>
              <a:endParaRPr lang="en-NL"/>
            </a:p>
          </p:txBody>
        </p:sp>
        <p:sp>
          <p:nvSpPr>
            <p:cNvPr id="16" name="TextBox 15">
              <a:extLst>
                <a:ext uri="{FF2B5EF4-FFF2-40B4-BE49-F238E27FC236}">
                  <a16:creationId xmlns:a16="http://schemas.microsoft.com/office/drawing/2014/main" id="{ABF1CEF6-2B27-A36F-91F8-2F6BA285F3EC}"/>
                </a:ext>
              </a:extLst>
            </p:cNvPr>
            <p:cNvSpPr txBox="1"/>
            <p:nvPr/>
          </p:nvSpPr>
          <p:spPr>
            <a:xfrm>
              <a:off x="3970980" y="2647042"/>
              <a:ext cx="1162210" cy="469359"/>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Standup</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Slack</a:t>
              </a:r>
              <a:endParaRPr lang="en-NL" sz="1400" dirty="0">
                <a:solidFill>
                  <a:schemeClr val="bg1"/>
                </a:solidFill>
                <a:latin typeface="Inter ExtraLight" panose="02000503000000020004" pitchFamily="2" charset="0"/>
                <a:ea typeface="Inter ExtraLight" panose="02000503000000020004" pitchFamily="2" charset="0"/>
              </a:endParaRPr>
            </a:p>
          </p:txBody>
        </p:sp>
        <p:pic>
          <p:nvPicPr>
            <p:cNvPr id="17" name="Graphic 16" descr="Users with solid fill">
              <a:extLst>
                <a:ext uri="{FF2B5EF4-FFF2-40B4-BE49-F238E27FC236}">
                  <a16:creationId xmlns:a16="http://schemas.microsoft.com/office/drawing/2014/main" id="{4F6DC93A-2C29-E72B-9AE1-0C96E6C9B71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052623" y="2263806"/>
              <a:ext cx="365760" cy="365760"/>
            </a:xfrm>
            <a:prstGeom prst="rect">
              <a:avLst/>
            </a:prstGeom>
          </p:spPr>
        </p:pic>
      </p:grpSp>
      <p:grpSp>
        <p:nvGrpSpPr>
          <p:cNvPr id="51" name="Group 50">
            <a:extLst>
              <a:ext uri="{FF2B5EF4-FFF2-40B4-BE49-F238E27FC236}">
                <a16:creationId xmlns:a16="http://schemas.microsoft.com/office/drawing/2014/main" id="{3298AB57-A654-4E2F-F36B-4CFBA24132F5}"/>
              </a:ext>
            </a:extLst>
          </p:cNvPr>
          <p:cNvGrpSpPr/>
          <p:nvPr/>
        </p:nvGrpSpPr>
        <p:grpSpPr>
          <a:xfrm>
            <a:off x="6067440" y="2263806"/>
            <a:ext cx="1903336" cy="868013"/>
            <a:chOff x="6067440" y="2263806"/>
            <a:chExt cx="1903336" cy="868013"/>
          </a:xfrm>
        </p:grpSpPr>
        <p:sp>
          <p:nvSpPr>
            <p:cNvPr id="18" name="Shape 2">
              <a:extLst>
                <a:ext uri="{FF2B5EF4-FFF2-40B4-BE49-F238E27FC236}">
                  <a16:creationId xmlns:a16="http://schemas.microsoft.com/office/drawing/2014/main" id="{2AF27D1F-EE07-BDF7-D82F-3128AE0077CC}"/>
                </a:ext>
              </a:extLst>
            </p:cNvPr>
            <p:cNvSpPr/>
            <p:nvPr/>
          </p:nvSpPr>
          <p:spPr>
            <a:xfrm>
              <a:off x="6067440" y="2263806"/>
              <a:ext cx="1903336" cy="868013"/>
            </a:xfrm>
            <a:prstGeom prst="roundRect">
              <a:avLst>
                <a:gd name="adj" fmla="val 2597"/>
              </a:avLst>
            </a:prstGeom>
            <a:solidFill>
              <a:srgbClr val="0F4F41"/>
            </a:solidFill>
            <a:ln w="12700">
              <a:solidFill>
                <a:srgbClr val="52C29E"/>
              </a:solidFill>
              <a:prstDash val="solid"/>
            </a:ln>
          </p:spPr>
          <p:txBody>
            <a:bodyPr/>
            <a:lstStyle/>
            <a:p>
              <a:endParaRPr lang="en-NL"/>
            </a:p>
          </p:txBody>
        </p:sp>
        <p:sp>
          <p:nvSpPr>
            <p:cNvPr id="19" name="TextBox 18">
              <a:extLst>
                <a:ext uri="{FF2B5EF4-FFF2-40B4-BE49-F238E27FC236}">
                  <a16:creationId xmlns:a16="http://schemas.microsoft.com/office/drawing/2014/main" id="{1CD5AA47-3A8B-65AA-6E3B-70A30A0D0175}"/>
                </a:ext>
              </a:extLst>
            </p:cNvPr>
            <p:cNvSpPr txBox="1"/>
            <p:nvPr/>
          </p:nvSpPr>
          <p:spPr>
            <a:xfrm>
              <a:off x="6067440" y="2647042"/>
              <a:ext cx="1586088" cy="469359"/>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Mail</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Exchange Online</a:t>
              </a:r>
              <a:endParaRPr lang="en-NL" sz="1400" dirty="0">
                <a:solidFill>
                  <a:schemeClr val="bg1"/>
                </a:solidFill>
                <a:latin typeface="Inter ExtraLight" panose="02000503000000020004" pitchFamily="2" charset="0"/>
                <a:ea typeface="Inter ExtraLight" panose="02000503000000020004" pitchFamily="2" charset="0"/>
              </a:endParaRPr>
            </a:p>
          </p:txBody>
        </p:sp>
        <p:pic>
          <p:nvPicPr>
            <p:cNvPr id="20" name="Graphic 19" descr="Envelope with solid fill">
              <a:extLst>
                <a:ext uri="{FF2B5EF4-FFF2-40B4-BE49-F238E27FC236}">
                  <a16:creationId xmlns:a16="http://schemas.microsoft.com/office/drawing/2014/main" id="{917648B1-3AC5-3D9F-D86D-4F4A0563597C}"/>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149083" y="2286291"/>
              <a:ext cx="315781" cy="315781"/>
            </a:xfrm>
            <a:prstGeom prst="rect">
              <a:avLst/>
            </a:prstGeom>
          </p:spPr>
        </p:pic>
      </p:grpSp>
      <p:grpSp>
        <p:nvGrpSpPr>
          <p:cNvPr id="52" name="Group 51">
            <a:extLst>
              <a:ext uri="{FF2B5EF4-FFF2-40B4-BE49-F238E27FC236}">
                <a16:creationId xmlns:a16="http://schemas.microsoft.com/office/drawing/2014/main" id="{2ECB19BF-79F5-B5DF-4366-9695A6D39C8B}"/>
              </a:ext>
            </a:extLst>
          </p:cNvPr>
          <p:cNvGrpSpPr/>
          <p:nvPr/>
        </p:nvGrpSpPr>
        <p:grpSpPr>
          <a:xfrm>
            <a:off x="8163900" y="2263806"/>
            <a:ext cx="1903336" cy="868013"/>
            <a:chOff x="8163900" y="2263806"/>
            <a:chExt cx="1903336" cy="868013"/>
          </a:xfrm>
        </p:grpSpPr>
        <p:sp>
          <p:nvSpPr>
            <p:cNvPr id="21" name="Shape 2">
              <a:extLst>
                <a:ext uri="{FF2B5EF4-FFF2-40B4-BE49-F238E27FC236}">
                  <a16:creationId xmlns:a16="http://schemas.microsoft.com/office/drawing/2014/main" id="{BA7649E8-48B2-64A1-7661-D2C52D31CB6F}"/>
                </a:ext>
              </a:extLst>
            </p:cNvPr>
            <p:cNvSpPr/>
            <p:nvPr/>
          </p:nvSpPr>
          <p:spPr>
            <a:xfrm>
              <a:off x="8163900" y="2263806"/>
              <a:ext cx="1903336" cy="868013"/>
            </a:xfrm>
            <a:prstGeom prst="roundRect">
              <a:avLst>
                <a:gd name="adj" fmla="val 2597"/>
              </a:avLst>
            </a:prstGeom>
            <a:solidFill>
              <a:srgbClr val="0F4F41"/>
            </a:solidFill>
            <a:ln w="12700">
              <a:solidFill>
                <a:srgbClr val="52C29E"/>
              </a:solidFill>
              <a:prstDash val="solid"/>
            </a:ln>
          </p:spPr>
          <p:txBody>
            <a:bodyPr/>
            <a:lstStyle/>
            <a:p>
              <a:endParaRPr lang="en-NL"/>
            </a:p>
          </p:txBody>
        </p:sp>
        <p:sp>
          <p:nvSpPr>
            <p:cNvPr id="22" name="TextBox 21">
              <a:extLst>
                <a:ext uri="{FF2B5EF4-FFF2-40B4-BE49-F238E27FC236}">
                  <a16:creationId xmlns:a16="http://schemas.microsoft.com/office/drawing/2014/main" id="{B26DD75D-A41D-D927-F58D-06A17D27FBCF}"/>
                </a:ext>
              </a:extLst>
            </p:cNvPr>
            <p:cNvSpPr txBox="1"/>
            <p:nvPr/>
          </p:nvSpPr>
          <p:spPr>
            <a:xfrm>
              <a:off x="8163900" y="2647042"/>
              <a:ext cx="1162210" cy="469359"/>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Ingest</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Data Factory</a:t>
              </a:r>
              <a:endParaRPr lang="en-NL" sz="1400" dirty="0">
                <a:solidFill>
                  <a:schemeClr val="bg1"/>
                </a:solidFill>
                <a:latin typeface="Inter ExtraLight" panose="02000503000000020004" pitchFamily="2" charset="0"/>
                <a:ea typeface="Inter ExtraLight" panose="02000503000000020004" pitchFamily="2" charset="0"/>
              </a:endParaRPr>
            </a:p>
          </p:txBody>
        </p:sp>
        <p:pic>
          <p:nvPicPr>
            <p:cNvPr id="23" name="Graphic 22" descr="Database with solid fill">
              <a:extLst>
                <a:ext uri="{FF2B5EF4-FFF2-40B4-BE49-F238E27FC236}">
                  <a16:creationId xmlns:a16="http://schemas.microsoft.com/office/drawing/2014/main" id="{4056A2E4-C43F-DA06-FBED-E2CF0B4501D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8208967" y="2297084"/>
              <a:ext cx="315781" cy="315781"/>
            </a:xfrm>
            <a:prstGeom prst="rect">
              <a:avLst/>
            </a:prstGeom>
          </p:spPr>
        </p:pic>
      </p:grpSp>
      <p:grpSp>
        <p:nvGrpSpPr>
          <p:cNvPr id="57" name="Group 56">
            <a:extLst>
              <a:ext uri="{FF2B5EF4-FFF2-40B4-BE49-F238E27FC236}">
                <a16:creationId xmlns:a16="http://schemas.microsoft.com/office/drawing/2014/main" id="{59899C60-310F-49AB-D37F-3FA8DAE9352C}"/>
              </a:ext>
            </a:extLst>
          </p:cNvPr>
          <p:cNvGrpSpPr/>
          <p:nvPr/>
        </p:nvGrpSpPr>
        <p:grpSpPr>
          <a:xfrm>
            <a:off x="1874520" y="3291575"/>
            <a:ext cx="1903336" cy="868013"/>
            <a:chOff x="1874520" y="3291575"/>
            <a:chExt cx="1903336" cy="868013"/>
          </a:xfrm>
        </p:grpSpPr>
        <p:sp>
          <p:nvSpPr>
            <p:cNvPr id="24" name="Shape 2">
              <a:extLst>
                <a:ext uri="{FF2B5EF4-FFF2-40B4-BE49-F238E27FC236}">
                  <a16:creationId xmlns:a16="http://schemas.microsoft.com/office/drawing/2014/main" id="{43B2B145-30A9-94A1-E2C2-F751F747FFB1}"/>
                </a:ext>
              </a:extLst>
            </p:cNvPr>
            <p:cNvSpPr/>
            <p:nvPr/>
          </p:nvSpPr>
          <p:spPr>
            <a:xfrm>
              <a:off x="1874520" y="3291575"/>
              <a:ext cx="1903336" cy="868013"/>
            </a:xfrm>
            <a:prstGeom prst="roundRect">
              <a:avLst>
                <a:gd name="adj" fmla="val 2597"/>
              </a:avLst>
            </a:prstGeom>
            <a:solidFill>
              <a:srgbClr val="0F4F41"/>
            </a:solidFill>
            <a:ln w="12700">
              <a:solidFill>
                <a:srgbClr val="52C29E"/>
              </a:solidFill>
              <a:prstDash val="solid"/>
            </a:ln>
          </p:spPr>
          <p:txBody>
            <a:bodyPr/>
            <a:lstStyle/>
            <a:p>
              <a:endParaRPr lang="en-NL"/>
            </a:p>
          </p:txBody>
        </p:sp>
        <p:sp>
          <p:nvSpPr>
            <p:cNvPr id="25" name="TextBox 24">
              <a:extLst>
                <a:ext uri="{FF2B5EF4-FFF2-40B4-BE49-F238E27FC236}">
                  <a16:creationId xmlns:a16="http://schemas.microsoft.com/office/drawing/2014/main" id="{AC615442-1D89-5C3D-07C0-B3C044B82238}"/>
                </a:ext>
              </a:extLst>
            </p:cNvPr>
            <p:cNvSpPr txBox="1"/>
            <p:nvPr/>
          </p:nvSpPr>
          <p:spPr>
            <a:xfrm>
              <a:off x="1874520" y="3667316"/>
              <a:ext cx="1779212" cy="469359"/>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Data storage</a:t>
              </a:r>
              <a:br>
                <a:rPr lang="en-US" sz="1400" b="1" dirty="0">
                  <a:solidFill>
                    <a:schemeClr val="bg1"/>
                  </a:solidFill>
                  <a:latin typeface="Inter" pitchFamily="34" charset="0"/>
                  <a:ea typeface="Inter" pitchFamily="34" charset="-122"/>
                  <a:cs typeface="Inter" pitchFamily="34" charset="-120"/>
                </a:rPr>
              </a:b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OneLake</a:t>
              </a:r>
              <a:endParaRPr lang="en-NL" sz="1400" dirty="0">
                <a:solidFill>
                  <a:schemeClr val="bg1"/>
                </a:solidFill>
                <a:latin typeface="Inter ExtraLight" panose="02000503000000020004" pitchFamily="2" charset="0"/>
                <a:ea typeface="Inter ExtraLight" panose="02000503000000020004" pitchFamily="2" charset="0"/>
              </a:endParaRPr>
            </a:p>
          </p:txBody>
        </p:sp>
        <p:pic>
          <p:nvPicPr>
            <p:cNvPr id="26" name="Graphic 25" descr="Cloud with solid fill">
              <a:extLst>
                <a:ext uri="{FF2B5EF4-FFF2-40B4-BE49-F238E27FC236}">
                  <a16:creationId xmlns:a16="http://schemas.microsoft.com/office/drawing/2014/main" id="{1B153CF4-EFAD-BC29-A88B-E8F6E6A18DEF}"/>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956163" y="3314060"/>
              <a:ext cx="315781" cy="315781"/>
            </a:xfrm>
            <a:prstGeom prst="rect">
              <a:avLst/>
            </a:prstGeom>
          </p:spPr>
        </p:pic>
      </p:grpSp>
      <p:grpSp>
        <p:nvGrpSpPr>
          <p:cNvPr id="56" name="Group 55">
            <a:extLst>
              <a:ext uri="{FF2B5EF4-FFF2-40B4-BE49-F238E27FC236}">
                <a16:creationId xmlns:a16="http://schemas.microsoft.com/office/drawing/2014/main" id="{5B148B11-D0DE-BD25-1E68-97E738CC6314}"/>
              </a:ext>
            </a:extLst>
          </p:cNvPr>
          <p:cNvGrpSpPr/>
          <p:nvPr/>
        </p:nvGrpSpPr>
        <p:grpSpPr>
          <a:xfrm>
            <a:off x="3970980" y="3291575"/>
            <a:ext cx="1903336" cy="868013"/>
            <a:chOff x="3970980" y="3291575"/>
            <a:chExt cx="1903336" cy="868013"/>
          </a:xfrm>
        </p:grpSpPr>
        <p:sp>
          <p:nvSpPr>
            <p:cNvPr id="27" name="Shape 2">
              <a:extLst>
                <a:ext uri="{FF2B5EF4-FFF2-40B4-BE49-F238E27FC236}">
                  <a16:creationId xmlns:a16="http://schemas.microsoft.com/office/drawing/2014/main" id="{7E9C7271-79B2-987B-0BA8-5309374934C7}"/>
                </a:ext>
              </a:extLst>
            </p:cNvPr>
            <p:cNvSpPr/>
            <p:nvPr/>
          </p:nvSpPr>
          <p:spPr>
            <a:xfrm>
              <a:off x="3970980" y="3291575"/>
              <a:ext cx="1903336" cy="868013"/>
            </a:xfrm>
            <a:prstGeom prst="roundRect">
              <a:avLst>
                <a:gd name="adj" fmla="val 2597"/>
              </a:avLst>
            </a:prstGeom>
            <a:solidFill>
              <a:srgbClr val="0F4F41"/>
            </a:solidFill>
            <a:ln w="12700">
              <a:solidFill>
                <a:srgbClr val="52C29E"/>
              </a:solidFill>
              <a:prstDash val="solid"/>
            </a:ln>
          </p:spPr>
          <p:txBody>
            <a:bodyPr/>
            <a:lstStyle/>
            <a:p>
              <a:endParaRPr lang="en-NL"/>
            </a:p>
          </p:txBody>
        </p:sp>
        <p:sp>
          <p:nvSpPr>
            <p:cNvPr id="28" name="TextBox 27">
              <a:extLst>
                <a:ext uri="{FF2B5EF4-FFF2-40B4-BE49-F238E27FC236}">
                  <a16:creationId xmlns:a16="http://schemas.microsoft.com/office/drawing/2014/main" id="{1ADD12AE-C8C5-5694-BB5E-797E9BD5483F}"/>
                </a:ext>
              </a:extLst>
            </p:cNvPr>
            <p:cNvSpPr txBox="1"/>
            <p:nvPr/>
          </p:nvSpPr>
          <p:spPr>
            <a:xfrm>
              <a:off x="3970980" y="3667316"/>
              <a:ext cx="1561140" cy="469359"/>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Transform</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Databricks</a:t>
              </a:r>
              <a:endParaRPr lang="en-NL" sz="1400" dirty="0">
                <a:solidFill>
                  <a:schemeClr val="bg1"/>
                </a:solidFill>
                <a:latin typeface="Inter ExtraLight" panose="02000503000000020004" pitchFamily="2" charset="0"/>
                <a:ea typeface="Inter ExtraLight" panose="02000503000000020004" pitchFamily="2" charset="0"/>
              </a:endParaRPr>
            </a:p>
          </p:txBody>
        </p:sp>
        <p:pic>
          <p:nvPicPr>
            <p:cNvPr id="29" name="Graphic 28" descr="Transfer with solid fill">
              <a:extLst>
                <a:ext uri="{FF2B5EF4-FFF2-40B4-BE49-F238E27FC236}">
                  <a16:creationId xmlns:a16="http://schemas.microsoft.com/office/drawing/2014/main" id="{F2730045-A84A-8BFE-4A46-F22B51B89B4D}"/>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4052623" y="3321555"/>
              <a:ext cx="285801" cy="285801"/>
            </a:xfrm>
            <a:prstGeom prst="rect">
              <a:avLst/>
            </a:prstGeom>
          </p:spPr>
        </p:pic>
      </p:grpSp>
      <p:grpSp>
        <p:nvGrpSpPr>
          <p:cNvPr id="55" name="Group 54">
            <a:extLst>
              <a:ext uri="{FF2B5EF4-FFF2-40B4-BE49-F238E27FC236}">
                <a16:creationId xmlns:a16="http://schemas.microsoft.com/office/drawing/2014/main" id="{13316601-366D-640D-766B-43A8ADC53D9C}"/>
              </a:ext>
            </a:extLst>
          </p:cNvPr>
          <p:cNvGrpSpPr/>
          <p:nvPr/>
        </p:nvGrpSpPr>
        <p:grpSpPr>
          <a:xfrm>
            <a:off x="6067440" y="3291575"/>
            <a:ext cx="1903336" cy="868013"/>
            <a:chOff x="6067440" y="3291575"/>
            <a:chExt cx="1903336" cy="868013"/>
          </a:xfrm>
        </p:grpSpPr>
        <p:sp>
          <p:nvSpPr>
            <p:cNvPr id="30" name="Shape 2">
              <a:extLst>
                <a:ext uri="{FF2B5EF4-FFF2-40B4-BE49-F238E27FC236}">
                  <a16:creationId xmlns:a16="http://schemas.microsoft.com/office/drawing/2014/main" id="{50D82C0C-9D51-75FF-5E76-811507296F56}"/>
                </a:ext>
              </a:extLst>
            </p:cNvPr>
            <p:cNvSpPr/>
            <p:nvPr/>
          </p:nvSpPr>
          <p:spPr>
            <a:xfrm>
              <a:off x="6067440" y="3291575"/>
              <a:ext cx="1903336" cy="868013"/>
            </a:xfrm>
            <a:prstGeom prst="roundRect">
              <a:avLst>
                <a:gd name="adj" fmla="val 2597"/>
              </a:avLst>
            </a:prstGeom>
            <a:solidFill>
              <a:srgbClr val="0F4F41"/>
            </a:solidFill>
            <a:ln w="12700">
              <a:solidFill>
                <a:srgbClr val="52C29E"/>
              </a:solidFill>
              <a:prstDash val="solid"/>
            </a:ln>
          </p:spPr>
          <p:txBody>
            <a:bodyPr/>
            <a:lstStyle/>
            <a:p>
              <a:endParaRPr lang="en-NL"/>
            </a:p>
          </p:txBody>
        </p:sp>
        <p:sp>
          <p:nvSpPr>
            <p:cNvPr id="31" name="TextBox 30">
              <a:extLst>
                <a:ext uri="{FF2B5EF4-FFF2-40B4-BE49-F238E27FC236}">
                  <a16:creationId xmlns:a16="http://schemas.microsoft.com/office/drawing/2014/main" id="{F905178E-6849-54E2-A396-82C1E88C5AC1}"/>
                </a:ext>
              </a:extLst>
            </p:cNvPr>
            <p:cNvSpPr txBox="1"/>
            <p:nvPr/>
          </p:nvSpPr>
          <p:spPr>
            <a:xfrm>
              <a:off x="6067440" y="3676460"/>
              <a:ext cx="1586088" cy="469359"/>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Dashboards</a:t>
              </a:r>
              <a:br>
                <a:rPr lang="en-US" sz="1400" b="1" dirty="0">
                  <a:solidFill>
                    <a:schemeClr val="bg1"/>
                  </a:solidFill>
                  <a:latin typeface="Inter" pitchFamily="34" charset="0"/>
                  <a:ea typeface="Inter" pitchFamily="34" charset="-122"/>
                  <a:cs typeface="Inter" pitchFamily="34" charset="-120"/>
                </a:rPr>
              </a:b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PowerBI</a:t>
              </a:r>
              <a:endParaRPr lang="en-NL" sz="1400" dirty="0">
                <a:solidFill>
                  <a:schemeClr val="bg1"/>
                </a:solidFill>
                <a:latin typeface="Inter ExtraLight" panose="02000503000000020004" pitchFamily="2" charset="0"/>
                <a:ea typeface="Inter ExtraLight" panose="02000503000000020004" pitchFamily="2" charset="0"/>
              </a:endParaRPr>
            </a:p>
          </p:txBody>
        </p:sp>
        <p:pic>
          <p:nvPicPr>
            <p:cNvPr id="32" name="Graphic 31" descr="Signal with solid fill">
              <a:extLst>
                <a:ext uri="{FF2B5EF4-FFF2-40B4-BE49-F238E27FC236}">
                  <a16:creationId xmlns:a16="http://schemas.microsoft.com/office/drawing/2014/main" id="{881B2786-52DF-70B2-9D06-6AEF5BF9909A}"/>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6149083" y="3314060"/>
              <a:ext cx="315781" cy="315781"/>
            </a:xfrm>
            <a:prstGeom prst="rect">
              <a:avLst/>
            </a:prstGeom>
          </p:spPr>
        </p:pic>
      </p:grpSp>
      <p:grpSp>
        <p:nvGrpSpPr>
          <p:cNvPr id="58" name="Group 57">
            <a:extLst>
              <a:ext uri="{FF2B5EF4-FFF2-40B4-BE49-F238E27FC236}">
                <a16:creationId xmlns:a16="http://schemas.microsoft.com/office/drawing/2014/main" id="{1334B67D-6218-5E9D-CEA7-D1F5CA4DFBCD}"/>
              </a:ext>
            </a:extLst>
          </p:cNvPr>
          <p:cNvGrpSpPr/>
          <p:nvPr/>
        </p:nvGrpSpPr>
        <p:grpSpPr>
          <a:xfrm>
            <a:off x="1874520" y="4319344"/>
            <a:ext cx="1903336" cy="868013"/>
            <a:chOff x="1874520" y="4319344"/>
            <a:chExt cx="1903336" cy="868013"/>
          </a:xfrm>
        </p:grpSpPr>
        <p:sp>
          <p:nvSpPr>
            <p:cNvPr id="36" name="Shape 2">
              <a:extLst>
                <a:ext uri="{FF2B5EF4-FFF2-40B4-BE49-F238E27FC236}">
                  <a16:creationId xmlns:a16="http://schemas.microsoft.com/office/drawing/2014/main" id="{E71EF419-9D7C-81FA-64B0-A1BC124D4645}"/>
                </a:ext>
              </a:extLst>
            </p:cNvPr>
            <p:cNvSpPr/>
            <p:nvPr/>
          </p:nvSpPr>
          <p:spPr>
            <a:xfrm>
              <a:off x="1874520" y="4319344"/>
              <a:ext cx="1903336" cy="868013"/>
            </a:xfrm>
            <a:prstGeom prst="roundRect">
              <a:avLst>
                <a:gd name="adj" fmla="val 2597"/>
              </a:avLst>
            </a:prstGeom>
            <a:solidFill>
              <a:srgbClr val="0F4F41"/>
            </a:solidFill>
            <a:ln w="12700">
              <a:solidFill>
                <a:srgbClr val="52C29E"/>
              </a:solidFill>
              <a:prstDash val="solid"/>
            </a:ln>
          </p:spPr>
          <p:txBody>
            <a:bodyPr/>
            <a:lstStyle/>
            <a:p>
              <a:endParaRPr lang="en-NL"/>
            </a:p>
          </p:txBody>
        </p:sp>
        <p:sp>
          <p:nvSpPr>
            <p:cNvPr id="37" name="TextBox 36">
              <a:extLst>
                <a:ext uri="{FF2B5EF4-FFF2-40B4-BE49-F238E27FC236}">
                  <a16:creationId xmlns:a16="http://schemas.microsoft.com/office/drawing/2014/main" id="{108C5C0A-07C7-DC78-62F8-92F04546132D}"/>
                </a:ext>
              </a:extLst>
            </p:cNvPr>
            <p:cNvSpPr txBox="1"/>
            <p:nvPr/>
          </p:nvSpPr>
          <p:spPr>
            <a:xfrm>
              <a:off x="1874520" y="4702580"/>
              <a:ext cx="1779212" cy="469359"/>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Deploy</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Azure DevOps</a:t>
              </a:r>
              <a:endParaRPr lang="en-NL" sz="1400" dirty="0">
                <a:solidFill>
                  <a:schemeClr val="bg1"/>
                </a:solidFill>
                <a:latin typeface="Inter ExtraLight" panose="02000503000000020004" pitchFamily="2" charset="0"/>
                <a:ea typeface="Inter ExtraLight" panose="02000503000000020004" pitchFamily="2" charset="0"/>
              </a:endParaRPr>
            </a:p>
          </p:txBody>
        </p:sp>
        <p:pic>
          <p:nvPicPr>
            <p:cNvPr id="38" name="Graphic 37" descr="Rocket with solid fill">
              <a:extLst>
                <a:ext uri="{FF2B5EF4-FFF2-40B4-BE49-F238E27FC236}">
                  <a16:creationId xmlns:a16="http://schemas.microsoft.com/office/drawing/2014/main" id="{0115205F-4D63-8A7A-9227-B09190D7C84B}"/>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1956163" y="4339343"/>
              <a:ext cx="315781" cy="315781"/>
            </a:xfrm>
            <a:prstGeom prst="rect">
              <a:avLst/>
            </a:prstGeom>
          </p:spPr>
        </p:pic>
      </p:grpSp>
      <p:grpSp>
        <p:nvGrpSpPr>
          <p:cNvPr id="59" name="Group 58">
            <a:extLst>
              <a:ext uri="{FF2B5EF4-FFF2-40B4-BE49-F238E27FC236}">
                <a16:creationId xmlns:a16="http://schemas.microsoft.com/office/drawing/2014/main" id="{FE7D7642-25CD-9930-337C-3CD2D276C703}"/>
              </a:ext>
            </a:extLst>
          </p:cNvPr>
          <p:cNvGrpSpPr/>
          <p:nvPr/>
        </p:nvGrpSpPr>
        <p:grpSpPr>
          <a:xfrm>
            <a:off x="3970980" y="4319344"/>
            <a:ext cx="1903336" cy="868013"/>
            <a:chOff x="3970980" y="4319344"/>
            <a:chExt cx="1903336" cy="868013"/>
          </a:xfrm>
        </p:grpSpPr>
        <p:sp>
          <p:nvSpPr>
            <p:cNvPr id="39" name="Shape 2">
              <a:extLst>
                <a:ext uri="{FF2B5EF4-FFF2-40B4-BE49-F238E27FC236}">
                  <a16:creationId xmlns:a16="http://schemas.microsoft.com/office/drawing/2014/main" id="{9C1C41C8-CAF1-1FE9-5E23-7C47FE7C8C6E}"/>
                </a:ext>
              </a:extLst>
            </p:cNvPr>
            <p:cNvSpPr/>
            <p:nvPr/>
          </p:nvSpPr>
          <p:spPr>
            <a:xfrm>
              <a:off x="3970980" y="4319344"/>
              <a:ext cx="1903336" cy="868013"/>
            </a:xfrm>
            <a:prstGeom prst="roundRect">
              <a:avLst>
                <a:gd name="adj" fmla="val 2597"/>
              </a:avLst>
            </a:prstGeom>
            <a:solidFill>
              <a:srgbClr val="0F4F41"/>
            </a:solidFill>
            <a:ln w="12700">
              <a:solidFill>
                <a:srgbClr val="52C29E"/>
              </a:solidFill>
              <a:prstDash val="solid"/>
            </a:ln>
          </p:spPr>
          <p:txBody>
            <a:bodyPr/>
            <a:lstStyle/>
            <a:p>
              <a:endParaRPr lang="en-NL"/>
            </a:p>
          </p:txBody>
        </p:sp>
        <p:sp>
          <p:nvSpPr>
            <p:cNvPr id="40" name="TextBox 39">
              <a:extLst>
                <a:ext uri="{FF2B5EF4-FFF2-40B4-BE49-F238E27FC236}">
                  <a16:creationId xmlns:a16="http://schemas.microsoft.com/office/drawing/2014/main" id="{37C89911-1744-06A3-09C3-394A664D85D8}"/>
                </a:ext>
              </a:extLst>
            </p:cNvPr>
            <p:cNvSpPr txBox="1"/>
            <p:nvPr/>
          </p:nvSpPr>
          <p:spPr>
            <a:xfrm>
              <a:off x="3970980" y="4702580"/>
              <a:ext cx="1779212" cy="469359"/>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Ask the assistant</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OpenAI</a:t>
              </a:r>
              <a:endParaRPr lang="en-NL" sz="1400" dirty="0">
                <a:solidFill>
                  <a:schemeClr val="bg1"/>
                </a:solidFill>
                <a:latin typeface="Inter ExtraLight" panose="02000503000000020004" pitchFamily="2" charset="0"/>
                <a:ea typeface="Inter ExtraLight" panose="02000503000000020004" pitchFamily="2" charset="0"/>
              </a:endParaRPr>
            </a:p>
          </p:txBody>
        </p:sp>
        <p:pic>
          <p:nvPicPr>
            <p:cNvPr id="41" name="Graphic 40" descr="Magic Wand Auto with solid fill">
              <a:extLst>
                <a:ext uri="{FF2B5EF4-FFF2-40B4-BE49-F238E27FC236}">
                  <a16:creationId xmlns:a16="http://schemas.microsoft.com/office/drawing/2014/main" id="{5A15189B-3593-781D-EB10-1EB91FC013FF}"/>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4027634" y="4346820"/>
              <a:ext cx="310790" cy="310790"/>
            </a:xfrm>
            <a:prstGeom prst="rect">
              <a:avLst/>
            </a:prstGeom>
          </p:spPr>
        </p:pic>
      </p:grpSp>
      <p:grpSp>
        <p:nvGrpSpPr>
          <p:cNvPr id="60" name="Group 59">
            <a:extLst>
              <a:ext uri="{FF2B5EF4-FFF2-40B4-BE49-F238E27FC236}">
                <a16:creationId xmlns:a16="http://schemas.microsoft.com/office/drawing/2014/main" id="{6D115C8E-89FF-A317-2F8F-706C3B63968B}"/>
              </a:ext>
            </a:extLst>
          </p:cNvPr>
          <p:cNvGrpSpPr/>
          <p:nvPr/>
        </p:nvGrpSpPr>
        <p:grpSpPr>
          <a:xfrm>
            <a:off x="6067440" y="4319344"/>
            <a:ext cx="1903336" cy="868013"/>
            <a:chOff x="6067440" y="4319344"/>
            <a:chExt cx="1903336" cy="868013"/>
          </a:xfrm>
        </p:grpSpPr>
        <p:sp>
          <p:nvSpPr>
            <p:cNvPr id="42" name="Shape 2">
              <a:extLst>
                <a:ext uri="{FF2B5EF4-FFF2-40B4-BE49-F238E27FC236}">
                  <a16:creationId xmlns:a16="http://schemas.microsoft.com/office/drawing/2014/main" id="{761C08BC-7B83-9EC0-13E8-538A83B74EB4}"/>
                </a:ext>
              </a:extLst>
            </p:cNvPr>
            <p:cNvSpPr/>
            <p:nvPr/>
          </p:nvSpPr>
          <p:spPr>
            <a:xfrm>
              <a:off x="6067440" y="4319344"/>
              <a:ext cx="1903336" cy="868013"/>
            </a:xfrm>
            <a:prstGeom prst="roundRect">
              <a:avLst>
                <a:gd name="adj" fmla="val 2597"/>
              </a:avLst>
            </a:prstGeom>
            <a:solidFill>
              <a:srgbClr val="0F4F41"/>
            </a:solidFill>
            <a:ln w="12700">
              <a:solidFill>
                <a:srgbClr val="52C29E"/>
              </a:solidFill>
              <a:prstDash val="solid"/>
            </a:ln>
          </p:spPr>
          <p:txBody>
            <a:bodyPr/>
            <a:lstStyle/>
            <a:p>
              <a:endParaRPr lang="en-NL"/>
            </a:p>
          </p:txBody>
        </p:sp>
        <p:sp>
          <p:nvSpPr>
            <p:cNvPr id="43" name="TextBox 42">
              <a:extLst>
                <a:ext uri="{FF2B5EF4-FFF2-40B4-BE49-F238E27FC236}">
                  <a16:creationId xmlns:a16="http://schemas.microsoft.com/office/drawing/2014/main" id="{AE2628F2-3F02-7687-A2CE-7C47D33EC493}"/>
                </a:ext>
              </a:extLst>
            </p:cNvPr>
            <p:cNvSpPr txBox="1"/>
            <p:nvPr/>
          </p:nvSpPr>
          <p:spPr>
            <a:xfrm>
              <a:off x="6067440" y="4702580"/>
              <a:ext cx="1586088" cy="469359"/>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Alerting</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Azure Monitor</a:t>
              </a:r>
              <a:endParaRPr lang="en-NL" sz="1400" dirty="0">
                <a:solidFill>
                  <a:schemeClr val="bg1"/>
                </a:solidFill>
                <a:latin typeface="Inter ExtraLight" panose="02000503000000020004" pitchFamily="2" charset="0"/>
                <a:ea typeface="Inter ExtraLight" panose="02000503000000020004" pitchFamily="2" charset="0"/>
              </a:endParaRPr>
            </a:p>
          </p:txBody>
        </p:sp>
        <p:pic>
          <p:nvPicPr>
            <p:cNvPr id="44" name="Graphic 43" descr="Siren with solid fill">
              <a:extLst>
                <a:ext uri="{FF2B5EF4-FFF2-40B4-BE49-F238E27FC236}">
                  <a16:creationId xmlns:a16="http://schemas.microsoft.com/office/drawing/2014/main" id="{0AD985FB-B885-484F-3C1B-AF6E8C344CD2}"/>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6149083" y="4341829"/>
              <a:ext cx="315781" cy="315781"/>
            </a:xfrm>
            <a:prstGeom prst="rect">
              <a:avLst/>
            </a:prstGeom>
          </p:spPr>
        </p:pic>
      </p:grpSp>
      <p:grpSp>
        <p:nvGrpSpPr>
          <p:cNvPr id="54" name="Group 53">
            <a:extLst>
              <a:ext uri="{FF2B5EF4-FFF2-40B4-BE49-F238E27FC236}">
                <a16:creationId xmlns:a16="http://schemas.microsoft.com/office/drawing/2014/main" id="{44100279-3289-A3FE-A9C3-CFB0FFCE2BD4}"/>
              </a:ext>
            </a:extLst>
          </p:cNvPr>
          <p:cNvGrpSpPr/>
          <p:nvPr/>
        </p:nvGrpSpPr>
        <p:grpSpPr>
          <a:xfrm>
            <a:off x="8163900" y="4319344"/>
            <a:ext cx="1903336" cy="868013"/>
            <a:chOff x="8163900" y="4319344"/>
            <a:chExt cx="1903336" cy="868013"/>
          </a:xfrm>
        </p:grpSpPr>
        <p:sp>
          <p:nvSpPr>
            <p:cNvPr id="45" name="Shape 2">
              <a:extLst>
                <a:ext uri="{FF2B5EF4-FFF2-40B4-BE49-F238E27FC236}">
                  <a16:creationId xmlns:a16="http://schemas.microsoft.com/office/drawing/2014/main" id="{A1EB19C5-C973-0C62-7583-71EE26EBCA4B}"/>
                </a:ext>
              </a:extLst>
            </p:cNvPr>
            <p:cNvSpPr/>
            <p:nvPr/>
          </p:nvSpPr>
          <p:spPr>
            <a:xfrm>
              <a:off x="8163900" y="4319344"/>
              <a:ext cx="1903336" cy="868013"/>
            </a:xfrm>
            <a:prstGeom prst="roundRect">
              <a:avLst>
                <a:gd name="adj" fmla="val 2597"/>
              </a:avLst>
            </a:prstGeom>
            <a:solidFill>
              <a:srgbClr val="0F4F41"/>
            </a:solidFill>
            <a:ln w="12700">
              <a:solidFill>
                <a:srgbClr val="52C29E"/>
              </a:solidFill>
              <a:prstDash val="solid"/>
            </a:ln>
          </p:spPr>
          <p:txBody>
            <a:bodyPr/>
            <a:lstStyle/>
            <a:p>
              <a:endParaRPr lang="en-NL"/>
            </a:p>
          </p:txBody>
        </p:sp>
        <p:sp>
          <p:nvSpPr>
            <p:cNvPr id="46" name="TextBox 45">
              <a:extLst>
                <a:ext uri="{FF2B5EF4-FFF2-40B4-BE49-F238E27FC236}">
                  <a16:creationId xmlns:a16="http://schemas.microsoft.com/office/drawing/2014/main" id="{2301EDE4-345E-C38E-9B69-363E866B787B}"/>
                </a:ext>
              </a:extLst>
            </p:cNvPr>
            <p:cNvSpPr txBox="1"/>
            <p:nvPr/>
          </p:nvSpPr>
          <p:spPr>
            <a:xfrm>
              <a:off x="8163900" y="4702580"/>
              <a:ext cx="1647612" cy="469359"/>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Coffee</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Kitchen</a:t>
              </a:r>
              <a:endParaRPr lang="en-NL" sz="1400" dirty="0">
                <a:solidFill>
                  <a:schemeClr val="bg1"/>
                </a:solidFill>
                <a:latin typeface="Inter ExtraLight" panose="02000503000000020004" pitchFamily="2" charset="0"/>
                <a:ea typeface="Inter ExtraLight" panose="02000503000000020004" pitchFamily="2" charset="0"/>
              </a:endParaRPr>
            </a:p>
          </p:txBody>
        </p:sp>
        <p:pic>
          <p:nvPicPr>
            <p:cNvPr id="47" name="Graphic 46" descr="Coffee with solid fill">
              <a:extLst>
                <a:ext uri="{FF2B5EF4-FFF2-40B4-BE49-F238E27FC236}">
                  <a16:creationId xmlns:a16="http://schemas.microsoft.com/office/drawing/2014/main" id="{689D28BE-FEF9-4FF5-38EE-BAF23B18CD2C}"/>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8238048" y="4341829"/>
              <a:ext cx="315781" cy="315781"/>
            </a:xfrm>
            <a:prstGeom prst="rect">
              <a:avLst/>
            </a:prstGeom>
          </p:spPr>
        </p:pic>
      </p:grpSp>
      <p:grpSp>
        <p:nvGrpSpPr>
          <p:cNvPr id="53" name="Group 52">
            <a:extLst>
              <a:ext uri="{FF2B5EF4-FFF2-40B4-BE49-F238E27FC236}">
                <a16:creationId xmlns:a16="http://schemas.microsoft.com/office/drawing/2014/main" id="{792225FE-1E20-DB70-DC63-79C5E50553C9}"/>
              </a:ext>
            </a:extLst>
          </p:cNvPr>
          <p:cNvGrpSpPr/>
          <p:nvPr/>
        </p:nvGrpSpPr>
        <p:grpSpPr>
          <a:xfrm>
            <a:off x="8163900" y="3291575"/>
            <a:ext cx="1903336" cy="868013"/>
            <a:chOff x="8163900" y="3291575"/>
            <a:chExt cx="1903336" cy="868013"/>
          </a:xfrm>
        </p:grpSpPr>
        <p:sp>
          <p:nvSpPr>
            <p:cNvPr id="33" name="Shape 2">
              <a:extLst>
                <a:ext uri="{FF2B5EF4-FFF2-40B4-BE49-F238E27FC236}">
                  <a16:creationId xmlns:a16="http://schemas.microsoft.com/office/drawing/2014/main" id="{7524F4A6-8CD9-1DA2-DF0B-65CCB936AC34}"/>
                </a:ext>
              </a:extLst>
            </p:cNvPr>
            <p:cNvSpPr/>
            <p:nvPr/>
          </p:nvSpPr>
          <p:spPr>
            <a:xfrm>
              <a:off x="8163900" y="3291575"/>
              <a:ext cx="1903336" cy="868013"/>
            </a:xfrm>
            <a:prstGeom prst="roundRect">
              <a:avLst>
                <a:gd name="adj" fmla="val 2597"/>
              </a:avLst>
            </a:prstGeom>
            <a:solidFill>
              <a:srgbClr val="0F4F41"/>
            </a:solidFill>
            <a:ln w="12700">
              <a:solidFill>
                <a:srgbClr val="52C29E"/>
              </a:solidFill>
              <a:prstDash val="solid"/>
            </a:ln>
          </p:spPr>
          <p:txBody>
            <a:bodyPr/>
            <a:lstStyle/>
            <a:p>
              <a:endParaRPr lang="en-NL"/>
            </a:p>
          </p:txBody>
        </p:sp>
        <p:sp>
          <p:nvSpPr>
            <p:cNvPr id="34" name="TextBox 33">
              <a:extLst>
                <a:ext uri="{FF2B5EF4-FFF2-40B4-BE49-F238E27FC236}">
                  <a16:creationId xmlns:a16="http://schemas.microsoft.com/office/drawing/2014/main" id="{9B7D7211-67A2-4D8C-CCFE-00E8B0D204F3}"/>
                </a:ext>
              </a:extLst>
            </p:cNvPr>
            <p:cNvSpPr txBox="1"/>
            <p:nvPr/>
          </p:nvSpPr>
          <p:spPr>
            <a:xfrm>
              <a:off x="8163900" y="3667316"/>
              <a:ext cx="1647612" cy="469359"/>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Version Control</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GitHub</a:t>
              </a:r>
              <a:endParaRPr lang="en-NL" sz="1400" dirty="0">
                <a:solidFill>
                  <a:schemeClr val="bg1"/>
                </a:solidFill>
                <a:latin typeface="Inter ExtraLight" panose="02000503000000020004" pitchFamily="2" charset="0"/>
                <a:ea typeface="Inter ExtraLight" panose="02000503000000020004" pitchFamily="2" charset="0"/>
              </a:endParaRPr>
            </a:p>
          </p:txBody>
        </p:sp>
        <p:pic>
          <p:nvPicPr>
            <p:cNvPr id="48" name="Picture 47" descr="Github - Free logo icons">
              <a:extLst>
                <a:ext uri="{FF2B5EF4-FFF2-40B4-BE49-F238E27FC236}">
                  <a16:creationId xmlns:a16="http://schemas.microsoft.com/office/drawing/2014/main" id="{F932A14D-A990-9145-1BB2-9AFF00B78750}"/>
                </a:ext>
              </a:extLst>
            </p:cNvPr>
            <p:cNvPicPr>
              <a:picLocks noChangeAspect="1"/>
            </p:cNvPicPr>
            <p:nvPr/>
          </p:nvPicPr>
          <p:blipFill>
            <a:blip r:embed="rId14">
              <a:extLst>
                <a:ext uri="{BEBA8EAE-BF5A-486C-A8C5-ECC9F3942E4B}">
                  <a14:imgProps xmlns:a14="http://schemas.microsoft.com/office/drawing/2010/main">
                    <a14:imgLayer r:embed="rId15">
                      <a14:imgEffect>
                        <a14:brightnessContrast bright="100000"/>
                      </a14:imgEffect>
                    </a14:imgLayer>
                  </a14:imgProps>
                </a:ext>
              </a:extLst>
            </a:blip>
            <a:stretch>
              <a:fillRect/>
            </a:stretch>
          </p:blipFill>
          <p:spPr>
            <a:xfrm>
              <a:off x="8238048" y="3321555"/>
              <a:ext cx="315781" cy="315781"/>
            </a:xfrm>
            <a:prstGeom prst="rect">
              <a:avLst/>
            </a:prstGeom>
          </p:spPr>
        </p:pic>
      </p:grpSp>
      <p:sp>
        <p:nvSpPr>
          <p:cNvPr id="61" name="Text 4">
            <a:extLst>
              <a:ext uri="{FF2B5EF4-FFF2-40B4-BE49-F238E27FC236}">
                <a16:creationId xmlns:a16="http://schemas.microsoft.com/office/drawing/2014/main" id="{5F560E09-42D7-2E3D-09AD-E5B12F6637A4}"/>
              </a:ext>
            </a:extLst>
          </p:cNvPr>
          <p:cNvSpPr/>
          <p:nvPr/>
        </p:nvSpPr>
        <p:spPr>
          <a:xfrm>
            <a:off x="640080" y="1562954"/>
            <a:ext cx="10058400" cy="393782"/>
          </a:xfrm>
          <a:prstGeom prst="rect">
            <a:avLst/>
          </a:prstGeom>
          <a:noFill/>
          <a:ln/>
        </p:spPr>
        <p:txBody>
          <a:bodyPr wrap="square" lIns="0" tIns="0" rIns="0" bIns="0" rtlCol="0" anchor="ctr"/>
          <a:lstStyle/>
          <a:p>
            <a:pPr marL="0" indent="0">
              <a:buNone/>
            </a:pPr>
            <a:r>
              <a:rPr lang="en-US" sz="1400" dirty="0">
                <a:solidFill>
                  <a:schemeClr val="bg1"/>
                </a:solidFill>
                <a:latin typeface="Inter ExtraLight" panose="02000503000000020004" pitchFamily="2" charset="0"/>
                <a:ea typeface="Inter ExtraLight" panose="02000503000000020004" pitchFamily="2" charset="0"/>
                <a:cs typeface="Inter" pitchFamily="34" charset="-120"/>
              </a:rPr>
              <a:t>Everything you rely on before lunch</a:t>
            </a:r>
            <a:endParaRPr lang="en-US" sz="1400" dirty="0">
              <a:solidFill>
                <a:schemeClr val="bg1"/>
              </a:solidFill>
              <a:latin typeface="Inter ExtraLight" panose="02000503000000020004" pitchFamily="2" charset="0"/>
              <a:ea typeface="Inter ExtraLight" panose="02000503000000020004"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p:cTn id="6" dur="indefinite"/>
                                        <p:tgtEl>
                                          <p:spTgt spid="49"/>
                                        </p:tgtEl>
                                        <p:attrNameLst>
                                          <p:attrName>style.opacity</p:attrName>
                                        </p:attrNameLst>
                                      </p:cBhvr>
                                      <p:to>
                                        <p:strVal val="0.15"/>
                                      </p:to>
                                    </p:set>
                                    <p:animEffect filter="image" prLst="opacity: 0.15">
                                      <p:cBhvr rctx="IE">
                                        <p:cTn id="7" dur="indefinite"/>
                                        <p:tgtEl>
                                          <p:spTgt spid="49"/>
                                        </p:tgtEl>
                                      </p:cBhvr>
                                    </p:animEffect>
                                  </p:childTnLst>
                                </p:cTn>
                              </p:par>
                              <p:par>
                                <p:cTn id="8" presetID="9" presetClass="emph" presetSubtype="0" nodeType="withEffect">
                                  <p:stCondLst>
                                    <p:cond delay="0"/>
                                  </p:stCondLst>
                                  <p:childTnLst>
                                    <p:set>
                                      <p:cBhvr>
                                        <p:cTn id="9" dur="indefinite"/>
                                        <p:tgtEl>
                                          <p:spTgt spid="50"/>
                                        </p:tgtEl>
                                        <p:attrNameLst>
                                          <p:attrName>style.opacity</p:attrName>
                                        </p:attrNameLst>
                                      </p:cBhvr>
                                      <p:to>
                                        <p:strVal val="0.15"/>
                                      </p:to>
                                    </p:set>
                                    <p:animEffect filter="image" prLst="opacity: 0.15">
                                      <p:cBhvr rctx="IE">
                                        <p:cTn id="10" dur="indefinite"/>
                                        <p:tgtEl>
                                          <p:spTgt spid="50"/>
                                        </p:tgtEl>
                                      </p:cBhvr>
                                    </p:animEffect>
                                  </p:childTnLst>
                                </p:cTn>
                              </p:par>
                              <p:par>
                                <p:cTn id="11" presetID="9" presetClass="emph" presetSubtype="0" nodeType="withEffect">
                                  <p:stCondLst>
                                    <p:cond delay="0"/>
                                  </p:stCondLst>
                                  <p:childTnLst>
                                    <p:set>
                                      <p:cBhvr>
                                        <p:cTn id="12" dur="indefinite"/>
                                        <p:tgtEl>
                                          <p:spTgt spid="51"/>
                                        </p:tgtEl>
                                        <p:attrNameLst>
                                          <p:attrName>style.opacity</p:attrName>
                                        </p:attrNameLst>
                                      </p:cBhvr>
                                      <p:to>
                                        <p:strVal val="0.15"/>
                                      </p:to>
                                    </p:set>
                                    <p:animEffect filter="image" prLst="opacity: 0.15">
                                      <p:cBhvr rctx="IE">
                                        <p:cTn id="13" dur="indefinite"/>
                                        <p:tgtEl>
                                          <p:spTgt spid="51"/>
                                        </p:tgtEl>
                                      </p:cBhvr>
                                    </p:animEffect>
                                  </p:childTnLst>
                                </p:cTn>
                              </p:par>
                              <p:par>
                                <p:cTn id="14" presetID="9" presetClass="emph" presetSubtype="0" nodeType="withEffect">
                                  <p:stCondLst>
                                    <p:cond delay="0"/>
                                  </p:stCondLst>
                                  <p:childTnLst>
                                    <p:set>
                                      <p:cBhvr>
                                        <p:cTn id="15" dur="indefinite"/>
                                        <p:tgtEl>
                                          <p:spTgt spid="52"/>
                                        </p:tgtEl>
                                        <p:attrNameLst>
                                          <p:attrName>style.opacity</p:attrName>
                                        </p:attrNameLst>
                                      </p:cBhvr>
                                      <p:to>
                                        <p:strVal val="0.15"/>
                                      </p:to>
                                    </p:set>
                                    <p:animEffect filter="image" prLst="opacity: 0.15">
                                      <p:cBhvr rctx="IE">
                                        <p:cTn id="16" dur="indefinite"/>
                                        <p:tgtEl>
                                          <p:spTgt spid="52"/>
                                        </p:tgtEl>
                                      </p:cBhvr>
                                    </p:animEffect>
                                  </p:childTnLst>
                                </p:cTn>
                              </p:par>
                              <p:par>
                                <p:cTn id="17" presetID="9" presetClass="emph" presetSubtype="0" nodeType="withEffect">
                                  <p:stCondLst>
                                    <p:cond delay="0"/>
                                  </p:stCondLst>
                                  <p:childTnLst>
                                    <p:set>
                                      <p:cBhvr>
                                        <p:cTn id="18" dur="indefinite"/>
                                        <p:tgtEl>
                                          <p:spTgt spid="53"/>
                                        </p:tgtEl>
                                        <p:attrNameLst>
                                          <p:attrName>style.opacity</p:attrName>
                                        </p:attrNameLst>
                                      </p:cBhvr>
                                      <p:to>
                                        <p:strVal val="0.15"/>
                                      </p:to>
                                    </p:set>
                                    <p:animEffect filter="image" prLst="opacity: 0.15">
                                      <p:cBhvr rctx="IE">
                                        <p:cTn id="19" dur="indefinite"/>
                                        <p:tgtEl>
                                          <p:spTgt spid="53"/>
                                        </p:tgtEl>
                                      </p:cBhvr>
                                    </p:animEffect>
                                  </p:childTnLst>
                                </p:cTn>
                              </p:par>
                              <p:par>
                                <p:cTn id="20" presetID="9" presetClass="emph" presetSubtype="0" nodeType="withEffect">
                                  <p:stCondLst>
                                    <p:cond delay="0"/>
                                  </p:stCondLst>
                                  <p:childTnLst>
                                    <p:set>
                                      <p:cBhvr>
                                        <p:cTn id="21" dur="indefinite"/>
                                        <p:tgtEl>
                                          <p:spTgt spid="55"/>
                                        </p:tgtEl>
                                        <p:attrNameLst>
                                          <p:attrName>style.opacity</p:attrName>
                                        </p:attrNameLst>
                                      </p:cBhvr>
                                      <p:to>
                                        <p:strVal val="0.15"/>
                                      </p:to>
                                    </p:set>
                                    <p:animEffect filter="image" prLst="opacity: 0.15">
                                      <p:cBhvr rctx="IE">
                                        <p:cTn id="22" dur="indefinite"/>
                                        <p:tgtEl>
                                          <p:spTgt spid="55"/>
                                        </p:tgtEl>
                                      </p:cBhvr>
                                    </p:animEffect>
                                  </p:childTnLst>
                                </p:cTn>
                              </p:par>
                              <p:par>
                                <p:cTn id="23" presetID="9" presetClass="emph" presetSubtype="0" nodeType="withEffect">
                                  <p:stCondLst>
                                    <p:cond delay="0"/>
                                  </p:stCondLst>
                                  <p:childTnLst>
                                    <p:set>
                                      <p:cBhvr>
                                        <p:cTn id="24" dur="indefinite"/>
                                        <p:tgtEl>
                                          <p:spTgt spid="56"/>
                                        </p:tgtEl>
                                        <p:attrNameLst>
                                          <p:attrName>style.opacity</p:attrName>
                                        </p:attrNameLst>
                                      </p:cBhvr>
                                      <p:to>
                                        <p:strVal val="0.15"/>
                                      </p:to>
                                    </p:set>
                                    <p:animEffect filter="image" prLst="opacity: 0.15">
                                      <p:cBhvr rctx="IE">
                                        <p:cTn id="25" dur="indefinite"/>
                                        <p:tgtEl>
                                          <p:spTgt spid="56"/>
                                        </p:tgtEl>
                                      </p:cBhvr>
                                    </p:animEffect>
                                  </p:childTnLst>
                                </p:cTn>
                              </p:par>
                              <p:par>
                                <p:cTn id="26" presetID="9" presetClass="emph" presetSubtype="0" nodeType="withEffect">
                                  <p:stCondLst>
                                    <p:cond delay="0"/>
                                  </p:stCondLst>
                                  <p:childTnLst>
                                    <p:set>
                                      <p:cBhvr>
                                        <p:cTn id="27" dur="indefinite"/>
                                        <p:tgtEl>
                                          <p:spTgt spid="57"/>
                                        </p:tgtEl>
                                        <p:attrNameLst>
                                          <p:attrName>style.opacity</p:attrName>
                                        </p:attrNameLst>
                                      </p:cBhvr>
                                      <p:to>
                                        <p:strVal val="0.15"/>
                                      </p:to>
                                    </p:set>
                                    <p:animEffect filter="image" prLst="opacity: 0.15">
                                      <p:cBhvr rctx="IE">
                                        <p:cTn id="28" dur="indefinite"/>
                                        <p:tgtEl>
                                          <p:spTgt spid="57"/>
                                        </p:tgtEl>
                                      </p:cBhvr>
                                    </p:animEffect>
                                  </p:childTnLst>
                                </p:cTn>
                              </p:par>
                              <p:par>
                                <p:cTn id="29" presetID="9" presetClass="emph" presetSubtype="0" nodeType="withEffect">
                                  <p:stCondLst>
                                    <p:cond delay="0"/>
                                  </p:stCondLst>
                                  <p:childTnLst>
                                    <p:set>
                                      <p:cBhvr>
                                        <p:cTn id="30" dur="indefinite"/>
                                        <p:tgtEl>
                                          <p:spTgt spid="58"/>
                                        </p:tgtEl>
                                        <p:attrNameLst>
                                          <p:attrName>style.opacity</p:attrName>
                                        </p:attrNameLst>
                                      </p:cBhvr>
                                      <p:to>
                                        <p:strVal val="0.15"/>
                                      </p:to>
                                    </p:set>
                                    <p:animEffect filter="image" prLst="opacity: 0.15">
                                      <p:cBhvr rctx="IE">
                                        <p:cTn id="31" dur="indefinite"/>
                                        <p:tgtEl>
                                          <p:spTgt spid="58"/>
                                        </p:tgtEl>
                                      </p:cBhvr>
                                    </p:animEffect>
                                  </p:childTnLst>
                                </p:cTn>
                              </p:par>
                              <p:par>
                                <p:cTn id="32" presetID="9" presetClass="emph" presetSubtype="0" nodeType="withEffect">
                                  <p:stCondLst>
                                    <p:cond delay="0"/>
                                  </p:stCondLst>
                                  <p:childTnLst>
                                    <p:set>
                                      <p:cBhvr>
                                        <p:cTn id="33" dur="indefinite"/>
                                        <p:tgtEl>
                                          <p:spTgt spid="59"/>
                                        </p:tgtEl>
                                        <p:attrNameLst>
                                          <p:attrName>style.opacity</p:attrName>
                                        </p:attrNameLst>
                                      </p:cBhvr>
                                      <p:to>
                                        <p:strVal val="0.15"/>
                                      </p:to>
                                    </p:set>
                                    <p:animEffect filter="image" prLst="opacity: 0.15">
                                      <p:cBhvr rctx="IE">
                                        <p:cTn id="34" dur="indefinite"/>
                                        <p:tgtEl>
                                          <p:spTgt spid="59"/>
                                        </p:tgtEl>
                                      </p:cBhvr>
                                    </p:animEffect>
                                  </p:childTnLst>
                                </p:cTn>
                              </p:par>
                              <p:par>
                                <p:cTn id="35" presetID="9" presetClass="emph" presetSubtype="0" nodeType="withEffect">
                                  <p:stCondLst>
                                    <p:cond delay="0"/>
                                  </p:stCondLst>
                                  <p:childTnLst>
                                    <p:set>
                                      <p:cBhvr>
                                        <p:cTn id="36" dur="indefinite"/>
                                        <p:tgtEl>
                                          <p:spTgt spid="60"/>
                                        </p:tgtEl>
                                        <p:attrNameLst>
                                          <p:attrName>style.opacity</p:attrName>
                                        </p:attrNameLst>
                                      </p:cBhvr>
                                      <p:to>
                                        <p:strVal val="0.15"/>
                                      </p:to>
                                    </p:set>
                                    <p:animEffect filter="image" prLst="opacity: 0.15">
                                      <p:cBhvr rctx="IE">
                                        <p:cTn id="37" dur="indefinite"/>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864ED40C-52E3-6B01-C397-C919BA2AFD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53F49E6-61ED-F96D-88DD-5B54AFA3F0C1}"/>
              </a:ext>
            </a:extLst>
          </p:cNvPr>
          <p:cNvSpPr/>
          <p:nvPr/>
        </p:nvSpPr>
        <p:spPr>
          <a:xfrm>
            <a:off x="640080" y="64008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1. the illusion of control</a:t>
            </a:r>
            <a:endParaRPr lang="en-US" sz="1300" dirty="0"/>
          </a:p>
        </p:txBody>
      </p:sp>
      <p:sp>
        <p:nvSpPr>
          <p:cNvPr id="3" name="Shape 1">
            <a:extLst>
              <a:ext uri="{FF2B5EF4-FFF2-40B4-BE49-F238E27FC236}">
                <a16:creationId xmlns:a16="http://schemas.microsoft.com/office/drawing/2014/main" id="{CA8DFF90-D410-D944-F7FE-B200FFC17D12}"/>
              </a:ext>
            </a:extLst>
          </p:cNvPr>
          <p:cNvSpPr/>
          <p:nvPr/>
        </p:nvSpPr>
        <p:spPr>
          <a:xfrm>
            <a:off x="640080" y="1554480"/>
            <a:ext cx="960120" cy="960120"/>
          </a:xfrm>
          <a:prstGeom prst="roundRect">
            <a:avLst>
              <a:gd name="adj" fmla="val 13333"/>
            </a:avLst>
          </a:prstGeom>
          <a:solidFill>
            <a:srgbClr val="F0FDF4"/>
          </a:solidFill>
          <a:ln/>
        </p:spPr>
        <p:txBody>
          <a:bodyPr/>
          <a:lstStyle/>
          <a:p>
            <a:endParaRPr lang="en-NL"/>
          </a:p>
        </p:txBody>
      </p:sp>
      <p:sp>
        <p:nvSpPr>
          <p:cNvPr id="4" name="Text 2">
            <a:extLst>
              <a:ext uri="{FF2B5EF4-FFF2-40B4-BE49-F238E27FC236}">
                <a16:creationId xmlns:a16="http://schemas.microsoft.com/office/drawing/2014/main" id="{81973C38-AB2C-AB04-55D2-53EE962B6ECE}"/>
              </a:ext>
            </a:extLst>
          </p:cNvPr>
          <p:cNvSpPr/>
          <p:nvPr/>
        </p:nvSpPr>
        <p:spPr>
          <a:xfrm>
            <a:off x="640080" y="1554480"/>
            <a:ext cx="960120" cy="960120"/>
          </a:xfrm>
          <a:prstGeom prst="rect">
            <a:avLst/>
          </a:prstGeom>
          <a:noFill/>
          <a:ln/>
        </p:spPr>
        <p:txBody>
          <a:bodyPr wrap="square" lIns="0" tIns="0" rIns="0" bIns="0" rtlCol="0" anchor="ctr"/>
          <a:lstStyle/>
          <a:p>
            <a:pPr marL="0" indent="0" algn="ctr">
              <a:buNone/>
            </a:pPr>
            <a:r>
              <a:rPr lang="en-US" sz="3600" b="1" dirty="0">
                <a:solidFill>
                  <a:srgbClr val="15803D"/>
                </a:solidFill>
                <a:latin typeface="JetBrains Mono ExtraBold" pitchFamily="34" charset="0"/>
                <a:ea typeface="JetBrains Mono ExtraBold" pitchFamily="34" charset="-122"/>
                <a:cs typeface="JetBrains Mono ExtraBold" pitchFamily="34" charset="-120"/>
              </a:rPr>
              <a:t>?</a:t>
            </a:r>
            <a:endParaRPr lang="en-US" sz="3600" dirty="0"/>
          </a:p>
        </p:txBody>
      </p:sp>
      <p:sp>
        <p:nvSpPr>
          <p:cNvPr id="5" name="Text 3">
            <a:extLst>
              <a:ext uri="{FF2B5EF4-FFF2-40B4-BE49-F238E27FC236}">
                <a16:creationId xmlns:a16="http://schemas.microsoft.com/office/drawing/2014/main" id="{C102BD0E-F65B-9BDF-CBED-B2C04FFAFE8D}"/>
              </a:ext>
            </a:extLst>
          </p:cNvPr>
          <p:cNvSpPr/>
          <p:nvPr/>
        </p:nvSpPr>
        <p:spPr>
          <a:xfrm>
            <a:off x="640080" y="2834640"/>
            <a:ext cx="10789920" cy="1463040"/>
          </a:xfrm>
          <a:prstGeom prst="rect">
            <a:avLst/>
          </a:prstGeom>
          <a:noFill/>
          <a:ln/>
        </p:spPr>
        <p:txBody>
          <a:bodyPr wrap="square" lIns="0" tIns="0" rIns="0" bIns="0" rtlCol="0" anchor="t"/>
          <a:lstStyle/>
          <a:p>
            <a:pPr marL="0" indent="0">
              <a:buNone/>
            </a:pPr>
            <a:r>
              <a:rPr lang="en-US" sz="4400" b="1" dirty="0">
                <a:solidFill>
                  <a:srgbClr val="0A0A0A"/>
                </a:solidFill>
                <a:latin typeface="Space Grotesk" pitchFamily="34" charset="0"/>
                <a:ea typeface="Space Grotesk" pitchFamily="34" charset="-122"/>
                <a:cs typeface="Space Grotesk" pitchFamily="34" charset="-120"/>
              </a:rPr>
              <a:t>Who can run their data pipelines this Monday if their </a:t>
            </a:r>
            <a:r>
              <a:rPr lang="en-US" sz="4400" b="1" dirty="0" err="1">
                <a:solidFill>
                  <a:srgbClr val="2FA34A"/>
                </a:solidFill>
                <a:latin typeface="Space Grotesk" pitchFamily="34" charset="0"/>
                <a:ea typeface="Space Grotesk" pitchFamily="34" charset="-122"/>
                <a:cs typeface="Space Grotesk" pitchFamily="34" charset="-120"/>
              </a:rPr>
              <a:t>hyperscaler</a:t>
            </a:r>
            <a:r>
              <a:rPr lang="en-US" sz="4400" b="1" dirty="0">
                <a:solidFill>
                  <a:srgbClr val="2FA34A"/>
                </a:solidFill>
                <a:latin typeface="Space Grotesk" pitchFamily="34" charset="0"/>
                <a:ea typeface="Space Grotesk" pitchFamily="34" charset="-122"/>
                <a:cs typeface="Space Grotesk" pitchFamily="34" charset="-120"/>
              </a:rPr>
              <a:t> account </a:t>
            </a:r>
            <a:br>
              <a:rPr lang="en-US" sz="4400" b="1" dirty="0">
                <a:solidFill>
                  <a:srgbClr val="2FA34A"/>
                </a:solidFill>
                <a:latin typeface="Space Grotesk" pitchFamily="34" charset="0"/>
                <a:ea typeface="Space Grotesk" pitchFamily="34" charset="-122"/>
                <a:cs typeface="Space Grotesk" pitchFamily="34" charset="-120"/>
              </a:rPr>
            </a:br>
            <a:r>
              <a:rPr lang="en-US" sz="4400" b="1" dirty="0">
                <a:solidFill>
                  <a:srgbClr val="0A0A0A"/>
                </a:solidFill>
                <a:latin typeface="Space Grotesk" pitchFamily="34" charset="0"/>
                <a:ea typeface="Space Grotesk" pitchFamily="34" charset="-122"/>
                <a:cs typeface="Space Grotesk" pitchFamily="34" charset="-120"/>
              </a:rPr>
              <a:t>is </a:t>
            </a:r>
            <a:r>
              <a:rPr lang="en-US" sz="4400" b="1" dirty="0">
                <a:solidFill>
                  <a:srgbClr val="2FA34A"/>
                </a:solidFill>
                <a:latin typeface="Space Grotesk" pitchFamily="34" charset="0"/>
                <a:ea typeface="Space Grotesk" pitchFamily="34" charset="-122"/>
                <a:cs typeface="Space Grotesk" pitchFamily="34" charset="-120"/>
              </a:rPr>
              <a:t>blocked</a:t>
            </a:r>
            <a:r>
              <a:rPr lang="en-US" sz="4400" b="1" dirty="0">
                <a:solidFill>
                  <a:srgbClr val="0A0A0A"/>
                </a:solidFill>
                <a:latin typeface="Space Grotesk" pitchFamily="34" charset="0"/>
                <a:ea typeface="Space Grotesk" pitchFamily="34" charset="-122"/>
                <a:cs typeface="Space Grotesk" pitchFamily="34" charset="-120"/>
              </a:rPr>
              <a:t>?</a:t>
            </a:r>
            <a:endParaRPr lang="en-US" sz="4400" dirty="0"/>
          </a:p>
        </p:txBody>
      </p:sp>
    </p:spTree>
    <p:extLst>
      <p:ext uri="{BB962C8B-B14F-4D97-AF65-F5344CB8AC3E}">
        <p14:creationId xmlns:p14="http://schemas.microsoft.com/office/powerpoint/2010/main" val="1720130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40080" y="64008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2. how did we get here</a:t>
            </a:r>
            <a:endParaRPr lang="en-US" sz="1300" dirty="0"/>
          </a:p>
        </p:txBody>
      </p:sp>
      <p:sp>
        <p:nvSpPr>
          <p:cNvPr id="7" name="Text 1">
            <a:extLst>
              <a:ext uri="{FF2B5EF4-FFF2-40B4-BE49-F238E27FC236}">
                <a16:creationId xmlns:a16="http://schemas.microsoft.com/office/drawing/2014/main" id="{EF689513-C0A6-02B7-1A91-7921834F1F0A}"/>
              </a:ext>
            </a:extLst>
          </p:cNvPr>
          <p:cNvSpPr/>
          <p:nvPr/>
        </p:nvSpPr>
        <p:spPr>
          <a:xfrm>
            <a:off x="640080" y="960120"/>
            <a:ext cx="10515600" cy="822960"/>
          </a:xfrm>
          <a:prstGeom prst="rect">
            <a:avLst/>
          </a:prstGeom>
          <a:noFill/>
          <a:ln/>
        </p:spPr>
        <p:txBody>
          <a:bodyPr wrap="square" lIns="0" tIns="0" rIns="0" bIns="0" rtlCol="0" anchor="ctr"/>
          <a:lstStyle/>
          <a:p>
            <a:pPr marL="0" indent="0">
              <a:buNone/>
            </a:pPr>
            <a:r>
              <a:rPr lang="en-US" sz="3200" b="1" dirty="0">
                <a:solidFill>
                  <a:srgbClr val="0A0A0A"/>
                </a:solidFill>
                <a:latin typeface="Space Grotesk" pitchFamily="34" charset="0"/>
                <a:cs typeface="Space Grotesk" pitchFamily="34" charset="-120"/>
              </a:rPr>
              <a:t>We slowly gave up control</a:t>
            </a:r>
            <a:endParaRPr lang="en-US" sz="3200" dirty="0"/>
          </a:p>
        </p:txBody>
      </p:sp>
      <p:sp>
        <p:nvSpPr>
          <p:cNvPr id="8" name="Shape 2">
            <a:extLst>
              <a:ext uri="{FF2B5EF4-FFF2-40B4-BE49-F238E27FC236}">
                <a16:creationId xmlns:a16="http://schemas.microsoft.com/office/drawing/2014/main" id="{C15C87D7-39CD-2C3E-9AF4-5043C8EEFA8E}"/>
              </a:ext>
            </a:extLst>
          </p:cNvPr>
          <p:cNvSpPr/>
          <p:nvPr/>
        </p:nvSpPr>
        <p:spPr>
          <a:xfrm>
            <a:off x="640080" y="2286000"/>
            <a:ext cx="3429000" cy="2651760"/>
          </a:xfrm>
          <a:prstGeom prst="roundRect">
            <a:avLst>
              <a:gd name="adj" fmla="val 3448"/>
            </a:avLst>
          </a:prstGeom>
          <a:solidFill>
            <a:srgbClr val="FFFFFF"/>
          </a:solidFill>
          <a:ln w="12700">
            <a:solidFill>
              <a:srgbClr val="E4E4E7"/>
            </a:solidFill>
            <a:prstDash val="solid"/>
          </a:ln>
          <a:effectLst>
            <a:outerShdw blurRad="114300" dist="38100" dir="5400000" algn="bl" rotWithShape="0">
              <a:srgbClr val="000000">
                <a:alpha val="10000"/>
              </a:srgbClr>
            </a:outerShdw>
          </a:effectLst>
        </p:spPr>
        <p:txBody>
          <a:bodyPr/>
          <a:lstStyle/>
          <a:p>
            <a:endParaRPr lang="en-NL"/>
          </a:p>
        </p:txBody>
      </p:sp>
      <p:sp>
        <p:nvSpPr>
          <p:cNvPr id="9" name="Shape 3">
            <a:extLst>
              <a:ext uri="{FF2B5EF4-FFF2-40B4-BE49-F238E27FC236}">
                <a16:creationId xmlns:a16="http://schemas.microsoft.com/office/drawing/2014/main" id="{F4FE9611-7C3B-9F7E-31BC-6B9970F913E1}"/>
              </a:ext>
            </a:extLst>
          </p:cNvPr>
          <p:cNvSpPr/>
          <p:nvPr/>
        </p:nvSpPr>
        <p:spPr>
          <a:xfrm>
            <a:off x="1005840" y="2651760"/>
            <a:ext cx="685800" cy="685800"/>
          </a:xfrm>
          <a:prstGeom prst="roundRect">
            <a:avLst>
              <a:gd name="adj" fmla="val 16000"/>
            </a:avLst>
          </a:prstGeom>
          <a:solidFill>
            <a:srgbClr val="F0FDF4"/>
          </a:solidFill>
          <a:ln/>
        </p:spPr>
        <p:txBody>
          <a:bodyPr/>
          <a:lstStyle/>
          <a:p>
            <a:endParaRPr lang="en-NL"/>
          </a:p>
        </p:txBody>
      </p:sp>
      <p:sp>
        <p:nvSpPr>
          <p:cNvPr id="10" name="Text 4">
            <a:extLst>
              <a:ext uri="{FF2B5EF4-FFF2-40B4-BE49-F238E27FC236}">
                <a16:creationId xmlns:a16="http://schemas.microsoft.com/office/drawing/2014/main" id="{724CF934-9482-8C1D-4BAD-052BB5A27684}"/>
              </a:ext>
            </a:extLst>
          </p:cNvPr>
          <p:cNvSpPr/>
          <p:nvPr/>
        </p:nvSpPr>
        <p:spPr>
          <a:xfrm>
            <a:off x="1005840" y="2651760"/>
            <a:ext cx="685800" cy="685800"/>
          </a:xfrm>
          <a:prstGeom prst="rect">
            <a:avLst/>
          </a:prstGeom>
          <a:noFill/>
          <a:ln/>
        </p:spPr>
        <p:txBody>
          <a:bodyPr wrap="square" lIns="0" tIns="0" rIns="0" bIns="0" rtlCol="0" anchor="ctr"/>
          <a:lstStyle/>
          <a:p>
            <a:pPr marL="0" indent="0" algn="ctr">
              <a:buNone/>
            </a:pPr>
            <a:endParaRPr lang="en-US" sz="2000" dirty="0"/>
          </a:p>
        </p:txBody>
      </p:sp>
      <p:sp>
        <p:nvSpPr>
          <p:cNvPr id="11" name="Text 5">
            <a:extLst>
              <a:ext uri="{FF2B5EF4-FFF2-40B4-BE49-F238E27FC236}">
                <a16:creationId xmlns:a16="http://schemas.microsoft.com/office/drawing/2014/main" id="{A4ED6824-E9B0-594C-44D7-864100C34EA3}"/>
              </a:ext>
            </a:extLst>
          </p:cNvPr>
          <p:cNvSpPr/>
          <p:nvPr/>
        </p:nvSpPr>
        <p:spPr>
          <a:xfrm>
            <a:off x="1005840" y="3520440"/>
            <a:ext cx="2743200" cy="457200"/>
          </a:xfrm>
          <a:prstGeom prst="rect">
            <a:avLst/>
          </a:prstGeom>
          <a:noFill/>
          <a:ln/>
        </p:spPr>
        <p:txBody>
          <a:bodyPr wrap="square" lIns="0" tIns="0" rIns="0" bIns="0" rtlCol="0" anchor="ctr"/>
          <a:lstStyle/>
          <a:p>
            <a:pPr marL="0" indent="0">
              <a:buNone/>
            </a:pPr>
            <a:r>
              <a:rPr lang="en-US" sz="1800" b="1" dirty="0">
                <a:solidFill>
                  <a:srgbClr val="0A0A0A"/>
                </a:solidFill>
                <a:latin typeface="Inter" pitchFamily="34" charset="0"/>
                <a:ea typeface="Inter" pitchFamily="34" charset="-122"/>
                <a:cs typeface="Inter" pitchFamily="34" charset="-120"/>
              </a:rPr>
              <a:t>Running a datacenter yourself is hard</a:t>
            </a:r>
            <a:endParaRPr lang="en-US" sz="1800" dirty="0"/>
          </a:p>
        </p:txBody>
      </p:sp>
      <p:sp>
        <p:nvSpPr>
          <p:cNvPr id="12" name="Text 6">
            <a:extLst>
              <a:ext uri="{FF2B5EF4-FFF2-40B4-BE49-F238E27FC236}">
                <a16:creationId xmlns:a16="http://schemas.microsoft.com/office/drawing/2014/main" id="{F968C934-4A72-7CBA-1B94-133FBD5D1253}"/>
              </a:ext>
            </a:extLst>
          </p:cNvPr>
          <p:cNvSpPr/>
          <p:nvPr/>
        </p:nvSpPr>
        <p:spPr>
          <a:xfrm>
            <a:off x="1005840" y="4069080"/>
            <a:ext cx="2907399" cy="822960"/>
          </a:xfrm>
          <a:prstGeom prst="rect">
            <a:avLst/>
          </a:prstGeom>
          <a:noFill/>
          <a:ln/>
        </p:spPr>
        <p:txBody>
          <a:bodyPr wrap="square" lIns="0" tIns="0" rIns="0" bIns="0" rtlCol="0" anchor="ctr"/>
          <a:lstStyle/>
          <a:p>
            <a:pPr marL="0" indent="0">
              <a:buNone/>
            </a:pPr>
            <a:r>
              <a:rPr lang="en-US" sz="1400" dirty="0" err="1">
                <a:solidFill>
                  <a:srgbClr val="52525B"/>
                </a:solidFill>
                <a:latin typeface="Inter" pitchFamily="34" charset="0"/>
                <a:ea typeface="Inter" pitchFamily="34" charset="-122"/>
                <a:cs typeface="Inter" pitchFamily="34" charset="-120"/>
              </a:rPr>
              <a:t>Hyperscalers</a:t>
            </a:r>
            <a:r>
              <a:rPr lang="en-US" sz="1400" dirty="0">
                <a:solidFill>
                  <a:srgbClr val="52525B"/>
                </a:solidFill>
                <a:latin typeface="Inter" pitchFamily="34" charset="0"/>
                <a:ea typeface="Inter" pitchFamily="34" charset="-122"/>
                <a:cs typeface="Inter" pitchFamily="34" charset="-120"/>
              </a:rPr>
              <a:t> abstracted away the hardware layer leading to less worries for the IT department.</a:t>
            </a:r>
            <a:endParaRPr lang="en-US" sz="1400" dirty="0"/>
          </a:p>
        </p:txBody>
      </p:sp>
      <p:sp>
        <p:nvSpPr>
          <p:cNvPr id="13" name="Shape 7">
            <a:extLst>
              <a:ext uri="{FF2B5EF4-FFF2-40B4-BE49-F238E27FC236}">
                <a16:creationId xmlns:a16="http://schemas.microsoft.com/office/drawing/2014/main" id="{6A52E722-89D9-37BA-1A02-52A678832C8E}"/>
              </a:ext>
            </a:extLst>
          </p:cNvPr>
          <p:cNvSpPr/>
          <p:nvPr/>
        </p:nvSpPr>
        <p:spPr>
          <a:xfrm>
            <a:off x="4343400" y="2286000"/>
            <a:ext cx="3429000" cy="2651760"/>
          </a:xfrm>
          <a:prstGeom prst="roundRect">
            <a:avLst>
              <a:gd name="adj" fmla="val 3448"/>
            </a:avLst>
          </a:prstGeom>
          <a:solidFill>
            <a:srgbClr val="FFFFFF"/>
          </a:solidFill>
          <a:ln w="12700">
            <a:solidFill>
              <a:srgbClr val="E4E4E7"/>
            </a:solidFill>
            <a:prstDash val="solid"/>
          </a:ln>
          <a:effectLst>
            <a:outerShdw blurRad="114300" dist="38100" dir="5400000" algn="bl" rotWithShape="0">
              <a:srgbClr val="000000">
                <a:alpha val="10000"/>
              </a:srgbClr>
            </a:outerShdw>
          </a:effectLst>
        </p:spPr>
        <p:txBody>
          <a:bodyPr/>
          <a:lstStyle/>
          <a:p>
            <a:endParaRPr lang="en-NL"/>
          </a:p>
        </p:txBody>
      </p:sp>
      <p:sp>
        <p:nvSpPr>
          <p:cNvPr id="14" name="Shape 8">
            <a:extLst>
              <a:ext uri="{FF2B5EF4-FFF2-40B4-BE49-F238E27FC236}">
                <a16:creationId xmlns:a16="http://schemas.microsoft.com/office/drawing/2014/main" id="{A735CF9A-91EA-68CF-6AB2-63D7A66A3A89}"/>
              </a:ext>
            </a:extLst>
          </p:cNvPr>
          <p:cNvSpPr/>
          <p:nvPr/>
        </p:nvSpPr>
        <p:spPr>
          <a:xfrm>
            <a:off x="4709160" y="2651760"/>
            <a:ext cx="685800" cy="685800"/>
          </a:xfrm>
          <a:prstGeom prst="roundRect">
            <a:avLst>
              <a:gd name="adj" fmla="val 16000"/>
            </a:avLst>
          </a:prstGeom>
          <a:solidFill>
            <a:srgbClr val="F0FDF4"/>
          </a:solidFill>
          <a:ln/>
        </p:spPr>
        <p:txBody>
          <a:bodyPr/>
          <a:lstStyle/>
          <a:p>
            <a:endParaRPr lang="en-NL"/>
          </a:p>
        </p:txBody>
      </p:sp>
      <p:sp>
        <p:nvSpPr>
          <p:cNvPr id="15" name="Text 9">
            <a:extLst>
              <a:ext uri="{FF2B5EF4-FFF2-40B4-BE49-F238E27FC236}">
                <a16:creationId xmlns:a16="http://schemas.microsoft.com/office/drawing/2014/main" id="{A4C79E5F-3F17-F189-6CC3-4D150BA71476}"/>
              </a:ext>
            </a:extLst>
          </p:cNvPr>
          <p:cNvSpPr/>
          <p:nvPr/>
        </p:nvSpPr>
        <p:spPr>
          <a:xfrm>
            <a:off x="4709160" y="2651760"/>
            <a:ext cx="685800" cy="685800"/>
          </a:xfrm>
          <a:prstGeom prst="rect">
            <a:avLst/>
          </a:prstGeom>
          <a:noFill/>
          <a:ln/>
        </p:spPr>
        <p:txBody>
          <a:bodyPr wrap="square" lIns="0" tIns="0" rIns="0" bIns="0" rtlCol="0" anchor="ctr"/>
          <a:lstStyle/>
          <a:p>
            <a:pPr marL="0" indent="0" algn="ctr">
              <a:buNone/>
            </a:pPr>
            <a:endParaRPr lang="en-US" sz="2000" dirty="0"/>
          </a:p>
        </p:txBody>
      </p:sp>
      <p:sp>
        <p:nvSpPr>
          <p:cNvPr id="18" name="Shape 12">
            <a:extLst>
              <a:ext uri="{FF2B5EF4-FFF2-40B4-BE49-F238E27FC236}">
                <a16:creationId xmlns:a16="http://schemas.microsoft.com/office/drawing/2014/main" id="{8D023A47-E3C3-2273-ACF5-4180D90BE7DF}"/>
              </a:ext>
            </a:extLst>
          </p:cNvPr>
          <p:cNvSpPr/>
          <p:nvPr/>
        </p:nvSpPr>
        <p:spPr>
          <a:xfrm>
            <a:off x="8046720" y="2286000"/>
            <a:ext cx="3429000" cy="2651760"/>
          </a:xfrm>
          <a:prstGeom prst="roundRect">
            <a:avLst>
              <a:gd name="adj" fmla="val 3448"/>
            </a:avLst>
          </a:prstGeom>
          <a:solidFill>
            <a:srgbClr val="FFFFFF"/>
          </a:solidFill>
          <a:ln w="12700">
            <a:solidFill>
              <a:srgbClr val="E4E4E7"/>
            </a:solidFill>
            <a:prstDash val="solid"/>
          </a:ln>
          <a:effectLst>
            <a:outerShdw blurRad="114300" dist="38100" dir="5400000" algn="bl" rotWithShape="0">
              <a:srgbClr val="000000">
                <a:alpha val="10000"/>
              </a:srgbClr>
            </a:outerShdw>
          </a:effectLst>
        </p:spPr>
        <p:txBody>
          <a:bodyPr/>
          <a:lstStyle/>
          <a:p>
            <a:endParaRPr lang="en-NL"/>
          </a:p>
        </p:txBody>
      </p:sp>
      <p:sp>
        <p:nvSpPr>
          <p:cNvPr id="19" name="Shape 13">
            <a:extLst>
              <a:ext uri="{FF2B5EF4-FFF2-40B4-BE49-F238E27FC236}">
                <a16:creationId xmlns:a16="http://schemas.microsoft.com/office/drawing/2014/main" id="{1234F261-BC5D-3424-9EFA-D2EFBA0D2CA5}"/>
              </a:ext>
            </a:extLst>
          </p:cNvPr>
          <p:cNvSpPr/>
          <p:nvPr/>
        </p:nvSpPr>
        <p:spPr>
          <a:xfrm>
            <a:off x="8412480" y="2651760"/>
            <a:ext cx="685800" cy="685800"/>
          </a:xfrm>
          <a:prstGeom prst="roundRect">
            <a:avLst>
              <a:gd name="adj" fmla="val 16000"/>
            </a:avLst>
          </a:prstGeom>
          <a:solidFill>
            <a:srgbClr val="F0FDF4"/>
          </a:solidFill>
          <a:ln/>
        </p:spPr>
        <p:txBody>
          <a:bodyPr/>
          <a:lstStyle/>
          <a:p>
            <a:endParaRPr lang="en-NL"/>
          </a:p>
        </p:txBody>
      </p:sp>
      <p:sp>
        <p:nvSpPr>
          <p:cNvPr id="20" name="Text 14">
            <a:extLst>
              <a:ext uri="{FF2B5EF4-FFF2-40B4-BE49-F238E27FC236}">
                <a16:creationId xmlns:a16="http://schemas.microsoft.com/office/drawing/2014/main" id="{952F7E8D-6370-8A19-C098-E0C9EE4B8DF6}"/>
              </a:ext>
            </a:extLst>
          </p:cNvPr>
          <p:cNvSpPr/>
          <p:nvPr/>
        </p:nvSpPr>
        <p:spPr>
          <a:xfrm>
            <a:off x="8412480" y="2651760"/>
            <a:ext cx="685800" cy="685800"/>
          </a:xfrm>
          <a:prstGeom prst="rect">
            <a:avLst/>
          </a:prstGeom>
          <a:noFill/>
          <a:ln/>
        </p:spPr>
        <p:txBody>
          <a:bodyPr wrap="square" lIns="0" tIns="0" rIns="0" bIns="0" rtlCol="0" anchor="ctr"/>
          <a:lstStyle/>
          <a:p>
            <a:pPr marL="0" indent="0" algn="ctr">
              <a:buNone/>
            </a:pPr>
            <a:endParaRPr lang="en-US" sz="2000" dirty="0"/>
          </a:p>
        </p:txBody>
      </p:sp>
      <p:sp>
        <p:nvSpPr>
          <p:cNvPr id="23" name="Text 5">
            <a:extLst>
              <a:ext uri="{FF2B5EF4-FFF2-40B4-BE49-F238E27FC236}">
                <a16:creationId xmlns:a16="http://schemas.microsoft.com/office/drawing/2014/main" id="{49725D77-8B2F-06EA-935B-EFABD1AB040C}"/>
              </a:ext>
            </a:extLst>
          </p:cNvPr>
          <p:cNvSpPr/>
          <p:nvPr/>
        </p:nvSpPr>
        <p:spPr>
          <a:xfrm>
            <a:off x="4686300" y="3520440"/>
            <a:ext cx="2743200" cy="457200"/>
          </a:xfrm>
          <a:prstGeom prst="rect">
            <a:avLst/>
          </a:prstGeom>
          <a:noFill/>
          <a:ln/>
        </p:spPr>
        <p:txBody>
          <a:bodyPr wrap="square" lIns="0" tIns="0" rIns="0" bIns="0" rtlCol="0" anchor="ctr"/>
          <a:lstStyle/>
          <a:p>
            <a:pPr marL="0" indent="0">
              <a:buNone/>
            </a:pPr>
            <a:r>
              <a:rPr lang="en-US" sz="1800" b="1" dirty="0">
                <a:solidFill>
                  <a:srgbClr val="0A0A0A"/>
                </a:solidFill>
                <a:latin typeface="Inter" pitchFamily="34" charset="0"/>
                <a:ea typeface="Inter" pitchFamily="34" charset="-122"/>
                <a:cs typeface="Inter" pitchFamily="34" charset="-120"/>
              </a:rPr>
              <a:t>More abstractions lead to serverless</a:t>
            </a:r>
            <a:endParaRPr lang="en-US" sz="1800" dirty="0"/>
          </a:p>
        </p:txBody>
      </p:sp>
      <p:sp>
        <p:nvSpPr>
          <p:cNvPr id="24" name="Text 6">
            <a:extLst>
              <a:ext uri="{FF2B5EF4-FFF2-40B4-BE49-F238E27FC236}">
                <a16:creationId xmlns:a16="http://schemas.microsoft.com/office/drawing/2014/main" id="{F0234CE0-DD43-93A1-2250-E1687BB69E2C}"/>
              </a:ext>
            </a:extLst>
          </p:cNvPr>
          <p:cNvSpPr/>
          <p:nvPr/>
        </p:nvSpPr>
        <p:spPr>
          <a:xfrm>
            <a:off x="4709160" y="4069080"/>
            <a:ext cx="2907399" cy="822960"/>
          </a:xfrm>
          <a:prstGeom prst="rect">
            <a:avLst/>
          </a:prstGeom>
          <a:noFill/>
          <a:ln/>
        </p:spPr>
        <p:txBody>
          <a:bodyPr wrap="square" lIns="0" tIns="0" rIns="0" bIns="0" rtlCol="0" anchor="ctr"/>
          <a:lstStyle/>
          <a:p>
            <a:pPr marL="0" indent="0">
              <a:buNone/>
            </a:pPr>
            <a:r>
              <a:rPr lang="en-US" sz="1400" dirty="0">
                <a:solidFill>
                  <a:srgbClr val="52525B"/>
                </a:solidFill>
                <a:latin typeface="Inter" pitchFamily="34" charset="0"/>
                <a:ea typeface="Inter" pitchFamily="34" charset="-122"/>
                <a:cs typeface="Inter" pitchFamily="34" charset="-120"/>
              </a:rPr>
              <a:t>Virtual machines with database instances converted to SaaS based databases.</a:t>
            </a:r>
            <a:endParaRPr lang="en-US" sz="1400" dirty="0"/>
          </a:p>
        </p:txBody>
      </p:sp>
      <p:sp>
        <p:nvSpPr>
          <p:cNvPr id="25" name="Text 5">
            <a:extLst>
              <a:ext uri="{FF2B5EF4-FFF2-40B4-BE49-F238E27FC236}">
                <a16:creationId xmlns:a16="http://schemas.microsoft.com/office/drawing/2014/main" id="{9AD64131-FCD4-31FA-C38B-D08AB7143C52}"/>
              </a:ext>
            </a:extLst>
          </p:cNvPr>
          <p:cNvSpPr/>
          <p:nvPr/>
        </p:nvSpPr>
        <p:spPr>
          <a:xfrm>
            <a:off x="8412480" y="3520440"/>
            <a:ext cx="2743200" cy="457200"/>
          </a:xfrm>
          <a:prstGeom prst="rect">
            <a:avLst/>
          </a:prstGeom>
          <a:noFill/>
          <a:ln/>
        </p:spPr>
        <p:txBody>
          <a:bodyPr wrap="square" lIns="0" tIns="0" rIns="0" bIns="0" rtlCol="0" anchor="ctr"/>
          <a:lstStyle/>
          <a:p>
            <a:pPr marL="0" indent="0">
              <a:buNone/>
            </a:pPr>
            <a:r>
              <a:rPr lang="en-US" sz="1800" b="1" dirty="0">
                <a:solidFill>
                  <a:srgbClr val="0A0A0A"/>
                </a:solidFill>
                <a:latin typeface="Inter" pitchFamily="34" charset="0"/>
                <a:ea typeface="Inter" pitchFamily="34" charset="-122"/>
                <a:cs typeface="Inter" pitchFamily="34" charset="-120"/>
              </a:rPr>
              <a:t>Integration connects everything seamlessly</a:t>
            </a:r>
            <a:endParaRPr lang="en-US" sz="1800" dirty="0"/>
          </a:p>
        </p:txBody>
      </p:sp>
      <p:sp>
        <p:nvSpPr>
          <p:cNvPr id="26" name="Text 6">
            <a:extLst>
              <a:ext uri="{FF2B5EF4-FFF2-40B4-BE49-F238E27FC236}">
                <a16:creationId xmlns:a16="http://schemas.microsoft.com/office/drawing/2014/main" id="{0ACF6C5B-DC62-B881-321D-F390D060DDC6}"/>
              </a:ext>
            </a:extLst>
          </p:cNvPr>
          <p:cNvSpPr/>
          <p:nvPr/>
        </p:nvSpPr>
        <p:spPr>
          <a:xfrm>
            <a:off x="8412480" y="4069080"/>
            <a:ext cx="2907399" cy="822960"/>
          </a:xfrm>
          <a:prstGeom prst="rect">
            <a:avLst/>
          </a:prstGeom>
          <a:noFill/>
          <a:ln/>
        </p:spPr>
        <p:txBody>
          <a:bodyPr wrap="square" lIns="0" tIns="0" rIns="0" bIns="0" rtlCol="0" anchor="ctr"/>
          <a:lstStyle/>
          <a:p>
            <a:pPr marL="0" indent="0">
              <a:buNone/>
            </a:pPr>
            <a:r>
              <a:rPr lang="en-US" sz="1400" dirty="0">
                <a:solidFill>
                  <a:srgbClr val="52525B"/>
                </a:solidFill>
                <a:latin typeface="Inter" pitchFamily="34" charset="0"/>
                <a:ea typeface="Inter" pitchFamily="34" charset="-122"/>
                <a:cs typeface="Inter" pitchFamily="34" charset="-120"/>
              </a:rPr>
              <a:t>Identity management, networking, permissions connects all the services and glues them together.</a:t>
            </a:r>
            <a:endParaRPr lang="en-US" sz="1400" dirty="0"/>
          </a:p>
        </p:txBody>
      </p:sp>
      <p:pic>
        <p:nvPicPr>
          <p:cNvPr id="28" name="Graphic 27" descr="Server with solid fill">
            <a:extLst>
              <a:ext uri="{FF2B5EF4-FFF2-40B4-BE49-F238E27FC236}">
                <a16:creationId xmlns:a16="http://schemas.microsoft.com/office/drawing/2014/main" id="{468A271E-12B7-D7F2-F783-A420EAA8F9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4420" y="2720340"/>
            <a:ext cx="548640" cy="548640"/>
          </a:xfrm>
          <a:prstGeom prst="rect">
            <a:avLst/>
          </a:prstGeom>
        </p:spPr>
      </p:pic>
      <p:pic>
        <p:nvPicPr>
          <p:cNvPr id="29" name="Graphic 28" descr="Cloud Computing with solid fill">
            <a:extLst>
              <a:ext uri="{FF2B5EF4-FFF2-40B4-BE49-F238E27FC236}">
                <a16:creationId xmlns:a16="http://schemas.microsoft.com/office/drawing/2014/main" id="{8954BEC4-074C-FB29-D9A5-9FFB863CBAE4}"/>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777740" y="2720340"/>
            <a:ext cx="548640" cy="548640"/>
          </a:xfrm>
          <a:prstGeom prst="rect">
            <a:avLst/>
          </a:prstGeom>
        </p:spPr>
      </p:pic>
      <p:pic>
        <p:nvPicPr>
          <p:cNvPr id="30" name="Graphic 29" descr="Server with solid fill">
            <a:extLst>
              <a:ext uri="{FF2B5EF4-FFF2-40B4-BE49-F238E27FC236}">
                <a16:creationId xmlns:a16="http://schemas.microsoft.com/office/drawing/2014/main" id="{AE14976A-A52B-B2C5-798E-AEE21C9505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26820" y="2872740"/>
            <a:ext cx="548640" cy="548640"/>
          </a:xfrm>
          <a:prstGeom prst="rect">
            <a:avLst/>
          </a:prstGeom>
        </p:spPr>
      </p:pic>
      <p:pic>
        <p:nvPicPr>
          <p:cNvPr id="31" name="Graphic 30" descr="Connections with solid fill">
            <a:extLst>
              <a:ext uri="{FF2B5EF4-FFF2-40B4-BE49-F238E27FC236}">
                <a16:creationId xmlns:a16="http://schemas.microsoft.com/office/drawing/2014/main" id="{BB4489FC-7574-0182-18D3-1A1F3CDD0C0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481060" y="2720340"/>
            <a:ext cx="548640" cy="548640"/>
          </a:xfrm>
          <a:prstGeom prst="rect">
            <a:avLst/>
          </a:prstGeom>
        </p:spPr>
      </p:pic>
      <p:sp>
        <p:nvSpPr>
          <p:cNvPr id="32" name="Right Arrow 31">
            <a:extLst>
              <a:ext uri="{FF2B5EF4-FFF2-40B4-BE49-F238E27FC236}">
                <a16:creationId xmlns:a16="http://schemas.microsoft.com/office/drawing/2014/main" id="{4F09AE80-1855-1C5B-2EF4-6B78AF8654B5}"/>
              </a:ext>
            </a:extLst>
          </p:cNvPr>
          <p:cNvSpPr/>
          <p:nvPr/>
        </p:nvSpPr>
        <p:spPr>
          <a:xfrm>
            <a:off x="3940032" y="3115351"/>
            <a:ext cx="471948" cy="993058"/>
          </a:xfrm>
          <a:prstGeom prst="rightArrow">
            <a:avLst/>
          </a:prstGeom>
          <a:solidFill>
            <a:srgbClr val="52C29E"/>
          </a:solidFill>
          <a:ln>
            <a:solidFill>
              <a:srgbClr val="2FA3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3" name="Right Arrow 32">
            <a:extLst>
              <a:ext uri="{FF2B5EF4-FFF2-40B4-BE49-F238E27FC236}">
                <a16:creationId xmlns:a16="http://schemas.microsoft.com/office/drawing/2014/main" id="{C28BB1B4-F51D-9509-B287-4AE3359E0187}"/>
              </a:ext>
            </a:extLst>
          </p:cNvPr>
          <p:cNvSpPr/>
          <p:nvPr/>
        </p:nvSpPr>
        <p:spPr>
          <a:xfrm>
            <a:off x="7664000" y="3115351"/>
            <a:ext cx="471948" cy="993058"/>
          </a:xfrm>
          <a:prstGeom prst="rightArrow">
            <a:avLst/>
          </a:prstGeom>
          <a:solidFill>
            <a:srgbClr val="52C29E"/>
          </a:solidFill>
          <a:ln>
            <a:solidFill>
              <a:srgbClr val="2FA3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87A26A09-1C62-4C13-6077-5326E4E301A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BFBCF80-BABF-E6DF-956B-0D12387BA2EB}"/>
              </a:ext>
            </a:extLst>
          </p:cNvPr>
          <p:cNvSpPr/>
          <p:nvPr/>
        </p:nvSpPr>
        <p:spPr>
          <a:xfrm>
            <a:off x="640080" y="64008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2. how did we get here</a:t>
            </a:r>
            <a:endParaRPr lang="en-US" sz="1300" dirty="0"/>
          </a:p>
        </p:txBody>
      </p:sp>
      <p:sp>
        <p:nvSpPr>
          <p:cNvPr id="7" name="Text 1">
            <a:extLst>
              <a:ext uri="{FF2B5EF4-FFF2-40B4-BE49-F238E27FC236}">
                <a16:creationId xmlns:a16="http://schemas.microsoft.com/office/drawing/2014/main" id="{3535EB46-8FE7-6B47-61C2-7BF936B0A52F}"/>
              </a:ext>
            </a:extLst>
          </p:cNvPr>
          <p:cNvSpPr/>
          <p:nvPr/>
        </p:nvSpPr>
        <p:spPr>
          <a:xfrm>
            <a:off x="640080" y="960120"/>
            <a:ext cx="10515600" cy="822960"/>
          </a:xfrm>
          <a:prstGeom prst="rect">
            <a:avLst/>
          </a:prstGeom>
          <a:noFill/>
          <a:ln/>
        </p:spPr>
        <p:txBody>
          <a:bodyPr wrap="square" lIns="0" tIns="0" rIns="0" bIns="0" rtlCol="0" anchor="ctr"/>
          <a:lstStyle/>
          <a:p>
            <a:pPr marL="0" indent="0">
              <a:buNone/>
            </a:pPr>
            <a:r>
              <a:rPr lang="en-US" sz="3200" b="1" dirty="0">
                <a:solidFill>
                  <a:srgbClr val="0A0A0A"/>
                </a:solidFill>
                <a:latin typeface="Space Grotesk" pitchFamily="34" charset="0"/>
                <a:cs typeface="Space Grotesk" pitchFamily="34" charset="-120"/>
              </a:rPr>
              <a:t>Three things you cannot control</a:t>
            </a:r>
            <a:endParaRPr lang="en-US" sz="3200" dirty="0"/>
          </a:p>
        </p:txBody>
      </p:sp>
      <p:sp>
        <p:nvSpPr>
          <p:cNvPr id="3" name="Shape 2">
            <a:extLst>
              <a:ext uri="{FF2B5EF4-FFF2-40B4-BE49-F238E27FC236}">
                <a16:creationId xmlns:a16="http://schemas.microsoft.com/office/drawing/2014/main" id="{40EAE79E-C7E2-9729-F4C0-2B90B196E260}"/>
              </a:ext>
            </a:extLst>
          </p:cNvPr>
          <p:cNvSpPr/>
          <p:nvPr/>
        </p:nvSpPr>
        <p:spPr>
          <a:xfrm>
            <a:off x="640080" y="2993923"/>
            <a:ext cx="3429000" cy="2197509"/>
          </a:xfrm>
          <a:prstGeom prst="roundRect">
            <a:avLst>
              <a:gd name="adj" fmla="val 3448"/>
            </a:avLst>
          </a:prstGeom>
          <a:solidFill>
            <a:srgbClr val="FFFFFF"/>
          </a:solidFill>
          <a:ln w="12700">
            <a:solidFill>
              <a:srgbClr val="E4E4E7"/>
            </a:solidFill>
            <a:prstDash val="solid"/>
          </a:ln>
          <a:effectLst>
            <a:outerShdw blurRad="114300" dist="38100" dir="5400000" algn="bl" rotWithShape="0">
              <a:srgbClr val="000000">
                <a:alpha val="10000"/>
              </a:srgbClr>
            </a:outerShdw>
          </a:effectLst>
        </p:spPr>
        <p:txBody>
          <a:bodyPr/>
          <a:lstStyle/>
          <a:p>
            <a:endParaRPr lang="en-NL"/>
          </a:p>
        </p:txBody>
      </p:sp>
      <p:sp>
        <p:nvSpPr>
          <p:cNvPr id="4" name="Text 5">
            <a:extLst>
              <a:ext uri="{FF2B5EF4-FFF2-40B4-BE49-F238E27FC236}">
                <a16:creationId xmlns:a16="http://schemas.microsoft.com/office/drawing/2014/main" id="{24465B90-C332-44E5-56F4-1A9E217D900F}"/>
              </a:ext>
            </a:extLst>
          </p:cNvPr>
          <p:cNvSpPr/>
          <p:nvPr/>
        </p:nvSpPr>
        <p:spPr>
          <a:xfrm>
            <a:off x="982980" y="3205808"/>
            <a:ext cx="2743200" cy="457200"/>
          </a:xfrm>
          <a:prstGeom prst="rect">
            <a:avLst/>
          </a:prstGeom>
          <a:noFill/>
          <a:ln/>
        </p:spPr>
        <p:txBody>
          <a:bodyPr wrap="square" lIns="0" tIns="0" rIns="0" bIns="0" rtlCol="0" anchor="ctr"/>
          <a:lstStyle/>
          <a:p>
            <a:pPr marL="0" indent="0" algn="ctr">
              <a:buNone/>
            </a:pPr>
            <a:r>
              <a:rPr lang="en-US" b="1" dirty="0">
                <a:solidFill>
                  <a:srgbClr val="0A0A0A"/>
                </a:solidFill>
                <a:latin typeface="Inter" pitchFamily="34" charset="0"/>
                <a:ea typeface="Inter" pitchFamily="34" charset="-122"/>
              </a:rPr>
              <a:t>CLOUD Act</a:t>
            </a:r>
            <a:endParaRPr lang="en-US" sz="1800" dirty="0"/>
          </a:p>
        </p:txBody>
      </p:sp>
      <p:sp>
        <p:nvSpPr>
          <p:cNvPr id="5" name="Text 6">
            <a:extLst>
              <a:ext uri="{FF2B5EF4-FFF2-40B4-BE49-F238E27FC236}">
                <a16:creationId xmlns:a16="http://schemas.microsoft.com/office/drawing/2014/main" id="{1037DE7C-CFED-3090-C5FE-1E2BE8E40EB6}"/>
              </a:ext>
            </a:extLst>
          </p:cNvPr>
          <p:cNvSpPr/>
          <p:nvPr/>
        </p:nvSpPr>
        <p:spPr>
          <a:xfrm>
            <a:off x="900880" y="3924055"/>
            <a:ext cx="2907399" cy="822960"/>
          </a:xfrm>
          <a:prstGeom prst="rect">
            <a:avLst/>
          </a:prstGeom>
          <a:noFill/>
          <a:ln/>
        </p:spPr>
        <p:txBody>
          <a:bodyPr wrap="square" lIns="0" tIns="0" rIns="0" bIns="0" rtlCol="0" anchor="ctr"/>
          <a:lstStyle/>
          <a:p>
            <a:pPr marL="0" indent="0" algn="ctr">
              <a:buNone/>
            </a:pPr>
            <a:r>
              <a:rPr lang="en-US" sz="1400" dirty="0">
                <a:solidFill>
                  <a:srgbClr val="52525B"/>
                </a:solidFill>
                <a:latin typeface="Inter" pitchFamily="34" charset="0"/>
                <a:ea typeface="Inter" pitchFamily="34" charset="-122"/>
                <a:cs typeface="Inter" pitchFamily="34" charset="-120"/>
              </a:rPr>
              <a:t>Any US company can be compelled to hand over data it controls, </a:t>
            </a:r>
            <a:r>
              <a:rPr lang="en-US" sz="1400" b="1" dirty="0">
                <a:solidFill>
                  <a:srgbClr val="52525B"/>
                </a:solidFill>
                <a:latin typeface="Inter" pitchFamily="34" charset="0"/>
                <a:ea typeface="Inter" pitchFamily="34" charset="-122"/>
                <a:cs typeface="Inter" pitchFamily="34" charset="-120"/>
              </a:rPr>
              <a:t>wherever that data physically sits.</a:t>
            </a:r>
            <a:endParaRPr lang="en-US" sz="1400" b="1" dirty="0"/>
          </a:p>
        </p:txBody>
      </p:sp>
      <p:sp>
        <p:nvSpPr>
          <p:cNvPr id="6" name="Shape 2">
            <a:extLst>
              <a:ext uri="{FF2B5EF4-FFF2-40B4-BE49-F238E27FC236}">
                <a16:creationId xmlns:a16="http://schemas.microsoft.com/office/drawing/2014/main" id="{24A11418-2690-EA0C-081B-7BEB43F00B81}"/>
              </a:ext>
            </a:extLst>
          </p:cNvPr>
          <p:cNvSpPr/>
          <p:nvPr/>
        </p:nvSpPr>
        <p:spPr>
          <a:xfrm>
            <a:off x="4381500" y="2993923"/>
            <a:ext cx="3429000" cy="2197509"/>
          </a:xfrm>
          <a:prstGeom prst="roundRect">
            <a:avLst>
              <a:gd name="adj" fmla="val 3448"/>
            </a:avLst>
          </a:prstGeom>
          <a:solidFill>
            <a:srgbClr val="FFFFFF"/>
          </a:solidFill>
          <a:ln w="12700">
            <a:solidFill>
              <a:srgbClr val="E4E4E7"/>
            </a:solidFill>
            <a:prstDash val="solid"/>
          </a:ln>
          <a:effectLst>
            <a:outerShdw blurRad="114300" dist="38100" dir="5400000" algn="bl" rotWithShape="0">
              <a:srgbClr val="000000">
                <a:alpha val="10000"/>
              </a:srgbClr>
            </a:outerShdw>
          </a:effectLst>
        </p:spPr>
        <p:txBody>
          <a:bodyPr/>
          <a:lstStyle/>
          <a:p>
            <a:endParaRPr lang="en-NL"/>
          </a:p>
        </p:txBody>
      </p:sp>
      <p:sp>
        <p:nvSpPr>
          <p:cNvPr id="16" name="Text 5">
            <a:extLst>
              <a:ext uri="{FF2B5EF4-FFF2-40B4-BE49-F238E27FC236}">
                <a16:creationId xmlns:a16="http://schemas.microsoft.com/office/drawing/2014/main" id="{DE341BB1-8F99-CFDE-C71F-153503CF5765}"/>
              </a:ext>
            </a:extLst>
          </p:cNvPr>
          <p:cNvSpPr/>
          <p:nvPr/>
        </p:nvSpPr>
        <p:spPr>
          <a:xfrm>
            <a:off x="4724400" y="3205808"/>
            <a:ext cx="2743200" cy="457200"/>
          </a:xfrm>
          <a:prstGeom prst="rect">
            <a:avLst/>
          </a:prstGeom>
          <a:noFill/>
          <a:ln/>
        </p:spPr>
        <p:txBody>
          <a:bodyPr wrap="square" lIns="0" tIns="0" rIns="0" bIns="0" rtlCol="0" anchor="ctr"/>
          <a:lstStyle/>
          <a:p>
            <a:pPr marL="0" indent="0" algn="ctr">
              <a:buNone/>
            </a:pPr>
            <a:r>
              <a:rPr lang="en-US" b="1" dirty="0">
                <a:solidFill>
                  <a:srgbClr val="0A0A0A"/>
                </a:solidFill>
                <a:latin typeface="Inter" pitchFamily="34" charset="0"/>
                <a:ea typeface="Inter" pitchFamily="34" charset="-122"/>
              </a:rPr>
              <a:t>Government interference</a:t>
            </a:r>
            <a:endParaRPr lang="en-US" sz="1800" dirty="0"/>
          </a:p>
        </p:txBody>
      </p:sp>
      <p:sp>
        <p:nvSpPr>
          <p:cNvPr id="17" name="Text 6">
            <a:extLst>
              <a:ext uri="{FF2B5EF4-FFF2-40B4-BE49-F238E27FC236}">
                <a16:creationId xmlns:a16="http://schemas.microsoft.com/office/drawing/2014/main" id="{3D3B2514-0372-853D-2B8B-E85369201E4B}"/>
              </a:ext>
            </a:extLst>
          </p:cNvPr>
          <p:cNvSpPr/>
          <p:nvPr/>
        </p:nvSpPr>
        <p:spPr>
          <a:xfrm>
            <a:off x="4642301" y="3924055"/>
            <a:ext cx="2907399" cy="822960"/>
          </a:xfrm>
          <a:prstGeom prst="rect">
            <a:avLst/>
          </a:prstGeom>
          <a:noFill/>
          <a:ln/>
        </p:spPr>
        <p:txBody>
          <a:bodyPr wrap="square" lIns="0" tIns="0" rIns="0" bIns="0" rtlCol="0" anchor="ctr"/>
          <a:lstStyle/>
          <a:p>
            <a:pPr marL="0" indent="0" algn="ctr">
              <a:buNone/>
            </a:pPr>
            <a:r>
              <a:rPr lang="en-US" sz="1400" dirty="0">
                <a:solidFill>
                  <a:srgbClr val="52525B"/>
                </a:solidFill>
                <a:latin typeface="Inter" pitchFamily="34" charset="0"/>
                <a:ea typeface="Inter" pitchFamily="34" charset="-122"/>
                <a:cs typeface="Inter" pitchFamily="34" charset="-120"/>
              </a:rPr>
              <a:t>The US government can require US companies to execute executive orders.</a:t>
            </a:r>
            <a:endParaRPr lang="en-US" sz="1400" b="1" dirty="0"/>
          </a:p>
        </p:txBody>
      </p:sp>
      <p:sp>
        <p:nvSpPr>
          <p:cNvPr id="21" name="Shape 2">
            <a:extLst>
              <a:ext uri="{FF2B5EF4-FFF2-40B4-BE49-F238E27FC236}">
                <a16:creationId xmlns:a16="http://schemas.microsoft.com/office/drawing/2014/main" id="{1CE7CF15-B215-BBD0-A1A5-6242C2CA763A}"/>
              </a:ext>
            </a:extLst>
          </p:cNvPr>
          <p:cNvSpPr/>
          <p:nvPr/>
        </p:nvSpPr>
        <p:spPr>
          <a:xfrm>
            <a:off x="8122920" y="2993923"/>
            <a:ext cx="3429000" cy="2197509"/>
          </a:xfrm>
          <a:prstGeom prst="roundRect">
            <a:avLst>
              <a:gd name="adj" fmla="val 3448"/>
            </a:avLst>
          </a:prstGeom>
          <a:solidFill>
            <a:srgbClr val="FFFFFF"/>
          </a:solidFill>
          <a:ln w="12700">
            <a:solidFill>
              <a:srgbClr val="E4E4E7"/>
            </a:solidFill>
            <a:prstDash val="solid"/>
          </a:ln>
          <a:effectLst>
            <a:outerShdw blurRad="114300" dist="38100" dir="5400000" algn="bl" rotWithShape="0">
              <a:srgbClr val="000000">
                <a:alpha val="10000"/>
              </a:srgbClr>
            </a:outerShdw>
          </a:effectLst>
        </p:spPr>
        <p:txBody>
          <a:bodyPr/>
          <a:lstStyle/>
          <a:p>
            <a:endParaRPr lang="en-NL"/>
          </a:p>
        </p:txBody>
      </p:sp>
      <p:sp>
        <p:nvSpPr>
          <p:cNvPr id="22" name="Text 5">
            <a:extLst>
              <a:ext uri="{FF2B5EF4-FFF2-40B4-BE49-F238E27FC236}">
                <a16:creationId xmlns:a16="http://schemas.microsoft.com/office/drawing/2014/main" id="{96CB0B65-FC22-6091-118B-0DB75316AFFC}"/>
              </a:ext>
            </a:extLst>
          </p:cNvPr>
          <p:cNvSpPr/>
          <p:nvPr/>
        </p:nvSpPr>
        <p:spPr>
          <a:xfrm>
            <a:off x="8465820" y="3205808"/>
            <a:ext cx="2743200" cy="457200"/>
          </a:xfrm>
          <a:prstGeom prst="rect">
            <a:avLst/>
          </a:prstGeom>
          <a:noFill/>
          <a:ln/>
        </p:spPr>
        <p:txBody>
          <a:bodyPr wrap="square" lIns="0" tIns="0" rIns="0" bIns="0" rtlCol="0" anchor="ctr"/>
          <a:lstStyle/>
          <a:p>
            <a:pPr marL="0" indent="0" algn="ctr">
              <a:buNone/>
            </a:pPr>
            <a:r>
              <a:rPr lang="en-US" b="1" dirty="0">
                <a:solidFill>
                  <a:srgbClr val="0A0A0A"/>
                </a:solidFill>
                <a:latin typeface="Inter" pitchFamily="34" charset="0"/>
                <a:ea typeface="Inter" pitchFamily="34" charset="-122"/>
              </a:rPr>
              <a:t>No negotiations, but announcements</a:t>
            </a:r>
            <a:endParaRPr lang="en-US" sz="1800" dirty="0"/>
          </a:p>
        </p:txBody>
      </p:sp>
      <p:sp>
        <p:nvSpPr>
          <p:cNvPr id="27" name="Text 6">
            <a:extLst>
              <a:ext uri="{FF2B5EF4-FFF2-40B4-BE49-F238E27FC236}">
                <a16:creationId xmlns:a16="http://schemas.microsoft.com/office/drawing/2014/main" id="{830B1129-4782-5D89-D651-044FC6EA7564}"/>
              </a:ext>
            </a:extLst>
          </p:cNvPr>
          <p:cNvSpPr/>
          <p:nvPr/>
        </p:nvSpPr>
        <p:spPr>
          <a:xfrm>
            <a:off x="8383720" y="3924055"/>
            <a:ext cx="2907399" cy="822960"/>
          </a:xfrm>
          <a:prstGeom prst="rect">
            <a:avLst/>
          </a:prstGeom>
          <a:noFill/>
          <a:ln/>
        </p:spPr>
        <p:txBody>
          <a:bodyPr wrap="square" lIns="0" tIns="0" rIns="0" bIns="0" rtlCol="0" anchor="ctr"/>
          <a:lstStyle/>
          <a:p>
            <a:pPr marL="0" indent="0" algn="ctr">
              <a:buNone/>
            </a:pPr>
            <a:r>
              <a:rPr lang="en-US" sz="1400" dirty="0">
                <a:solidFill>
                  <a:srgbClr val="52525B"/>
                </a:solidFill>
                <a:latin typeface="Inter" pitchFamily="34" charset="0"/>
                <a:ea typeface="Inter" pitchFamily="34" charset="-122"/>
                <a:cs typeface="Inter" pitchFamily="34" charset="-120"/>
              </a:rPr>
              <a:t>Moving away from </a:t>
            </a:r>
            <a:r>
              <a:rPr lang="en-US" sz="1400" dirty="0" err="1">
                <a:solidFill>
                  <a:srgbClr val="52525B"/>
                </a:solidFill>
                <a:latin typeface="Inter" pitchFamily="34" charset="0"/>
                <a:ea typeface="Inter" pitchFamily="34" charset="-122"/>
                <a:cs typeface="Inter" pitchFamily="34" charset="-120"/>
              </a:rPr>
              <a:t>hyperscalers</a:t>
            </a:r>
            <a:r>
              <a:rPr lang="en-US" sz="1400" dirty="0">
                <a:solidFill>
                  <a:srgbClr val="52525B"/>
                </a:solidFill>
                <a:latin typeface="Inter" pitchFamily="34" charset="0"/>
                <a:ea typeface="Inter" pitchFamily="34" charset="-122"/>
                <a:cs typeface="Inter" pitchFamily="34" charset="-120"/>
              </a:rPr>
              <a:t> is difficult and they know this. Meaning price increases become announcements instead of negotiations.</a:t>
            </a:r>
            <a:endParaRPr lang="en-US" sz="1400" b="1" dirty="0"/>
          </a:p>
        </p:txBody>
      </p:sp>
    </p:spTree>
    <p:extLst>
      <p:ext uri="{BB962C8B-B14F-4D97-AF65-F5344CB8AC3E}">
        <p14:creationId xmlns:p14="http://schemas.microsoft.com/office/powerpoint/2010/main" val="2273573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D6F8647D-A7C3-F096-2E75-7A1FC6E23D2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841537B-823B-353B-0C86-1B5311CB6995}"/>
              </a:ext>
            </a:extLst>
          </p:cNvPr>
          <p:cNvSpPr/>
          <p:nvPr/>
        </p:nvSpPr>
        <p:spPr>
          <a:xfrm>
            <a:off x="640080" y="59436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2. how did we get here</a:t>
            </a:r>
            <a:endParaRPr lang="en-US" sz="1300" dirty="0"/>
          </a:p>
        </p:txBody>
      </p:sp>
      <p:sp>
        <p:nvSpPr>
          <p:cNvPr id="3" name="Text 1">
            <a:extLst>
              <a:ext uri="{FF2B5EF4-FFF2-40B4-BE49-F238E27FC236}">
                <a16:creationId xmlns:a16="http://schemas.microsoft.com/office/drawing/2014/main" id="{D39360F0-15FE-A5B8-B71B-D2D9F5FB6C70}"/>
              </a:ext>
            </a:extLst>
          </p:cNvPr>
          <p:cNvSpPr/>
          <p:nvPr/>
        </p:nvSpPr>
        <p:spPr>
          <a:xfrm>
            <a:off x="640080" y="1005840"/>
            <a:ext cx="10515600" cy="731520"/>
          </a:xfrm>
          <a:prstGeom prst="rect">
            <a:avLst/>
          </a:prstGeom>
          <a:noFill/>
          <a:ln/>
        </p:spPr>
        <p:txBody>
          <a:bodyPr wrap="square" lIns="0" tIns="0" rIns="0" bIns="0" rtlCol="0" anchor="ctr"/>
          <a:lstStyle/>
          <a:p>
            <a:pPr marL="0" indent="0">
              <a:buNone/>
            </a:pPr>
            <a:r>
              <a:rPr lang="en-US" sz="3000" b="1" dirty="0">
                <a:solidFill>
                  <a:srgbClr val="FFFFFF"/>
                </a:solidFill>
                <a:latin typeface="Space Grotesk" pitchFamily="34" charset="0"/>
                <a:ea typeface="Space Grotesk" pitchFamily="34" charset="-122"/>
                <a:cs typeface="Space Grotesk" pitchFamily="34" charset="-120"/>
              </a:rPr>
              <a:t>Europe did try to get back control</a:t>
            </a:r>
            <a:endParaRPr lang="en-US" sz="3000" dirty="0"/>
          </a:p>
        </p:txBody>
      </p:sp>
      <p:sp>
        <p:nvSpPr>
          <p:cNvPr id="4" name="Shape 2">
            <a:extLst>
              <a:ext uri="{FF2B5EF4-FFF2-40B4-BE49-F238E27FC236}">
                <a16:creationId xmlns:a16="http://schemas.microsoft.com/office/drawing/2014/main" id="{C102F468-7C4C-B18E-7C92-B978FD1C91C7}"/>
              </a:ext>
            </a:extLst>
          </p:cNvPr>
          <p:cNvSpPr/>
          <p:nvPr/>
        </p:nvSpPr>
        <p:spPr>
          <a:xfrm>
            <a:off x="640080" y="1965960"/>
            <a:ext cx="10881360" cy="3520440"/>
          </a:xfrm>
          <a:prstGeom prst="roundRect">
            <a:avLst>
              <a:gd name="adj" fmla="val 2597"/>
            </a:avLst>
          </a:prstGeom>
          <a:solidFill>
            <a:srgbClr val="1A1A19"/>
          </a:solidFill>
          <a:ln w="12700">
            <a:solidFill>
              <a:srgbClr val="27272A"/>
            </a:solidFill>
            <a:prstDash val="solid"/>
          </a:ln>
        </p:spPr>
        <p:txBody>
          <a:bodyPr/>
          <a:lstStyle/>
          <a:p>
            <a:endParaRPr lang="en-NL"/>
          </a:p>
        </p:txBody>
      </p:sp>
      <p:pic>
        <p:nvPicPr>
          <p:cNvPr id="9" name="Picture 8">
            <a:extLst>
              <a:ext uri="{FF2B5EF4-FFF2-40B4-BE49-F238E27FC236}">
                <a16:creationId xmlns:a16="http://schemas.microsoft.com/office/drawing/2014/main" id="{1FAF2796-D3DC-61C1-5DAA-C931A85A2D42}"/>
              </a:ext>
            </a:extLst>
          </p:cNvPr>
          <p:cNvPicPr>
            <a:picLocks noChangeAspect="1"/>
          </p:cNvPicPr>
          <p:nvPr/>
        </p:nvPicPr>
        <p:blipFill>
          <a:blip r:embed="rId3"/>
          <a:stretch>
            <a:fillRect/>
          </a:stretch>
        </p:blipFill>
        <p:spPr>
          <a:xfrm>
            <a:off x="2332419" y="2353223"/>
            <a:ext cx="2123500" cy="2426857"/>
          </a:xfrm>
          <a:prstGeom prst="rect">
            <a:avLst/>
          </a:prstGeom>
        </p:spPr>
      </p:pic>
      <p:pic>
        <p:nvPicPr>
          <p:cNvPr id="10" name="Picture 9">
            <a:extLst>
              <a:ext uri="{FF2B5EF4-FFF2-40B4-BE49-F238E27FC236}">
                <a16:creationId xmlns:a16="http://schemas.microsoft.com/office/drawing/2014/main" id="{67BDEAE5-6D62-B34D-B588-3DCB6F52D2D4}"/>
              </a:ext>
            </a:extLst>
          </p:cNvPr>
          <p:cNvPicPr>
            <a:picLocks noChangeAspect="1"/>
          </p:cNvPicPr>
          <p:nvPr/>
        </p:nvPicPr>
        <p:blipFill>
          <a:blip r:embed="rId4"/>
          <a:stretch>
            <a:fillRect/>
          </a:stretch>
        </p:blipFill>
        <p:spPr>
          <a:xfrm>
            <a:off x="4934482" y="2527690"/>
            <a:ext cx="4697292" cy="2252390"/>
          </a:xfrm>
          <a:prstGeom prst="rect">
            <a:avLst/>
          </a:prstGeom>
        </p:spPr>
      </p:pic>
    </p:spTree>
    <p:extLst>
      <p:ext uri="{BB962C8B-B14F-4D97-AF65-F5344CB8AC3E}">
        <p14:creationId xmlns:p14="http://schemas.microsoft.com/office/powerpoint/2010/main" val="4248954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40CD90E5-F259-3CD2-E159-DC59993553E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12DD596-79F3-B333-C3E9-D02BBD0335B4}"/>
              </a:ext>
            </a:extLst>
          </p:cNvPr>
          <p:cNvSpPr/>
          <p:nvPr/>
        </p:nvSpPr>
        <p:spPr>
          <a:xfrm>
            <a:off x="640080" y="64008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3. what sovereignty really means</a:t>
            </a:r>
            <a:endParaRPr lang="en-US" sz="1300" dirty="0"/>
          </a:p>
        </p:txBody>
      </p:sp>
      <p:sp>
        <p:nvSpPr>
          <p:cNvPr id="7" name="Text 1">
            <a:extLst>
              <a:ext uri="{FF2B5EF4-FFF2-40B4-BE49-F238E27FC236}">
                <a16:creationId xmlns:a16="http://schemas.microsoft.com/office/drawing/2014/main" id="{18B1E276-6DF6-510B-8418-3AD9E4B52BCC}"/>
              </a:ext>
            </a:extLst>
          </p:cNvPr>
          <p:cNvSpPr/>
          <p:nvPr/>
        </p:nvSpPr>
        <p:spPr>
          <a:xfrm>
            <a:off x="640080" y="960120"/>
            <a:ext cx="10515600" cy="822960"/>
          </a:xfrm>
          <a:prstGeom prst="rect">
            <a:avLst/>
          </a:prstGeom>
          <a:noFill/>
          <a:ln/>
        </p:spPr>
        <p:txBody>
          <a:bodyPr wrap="square" lIns="0" tIns="0" rIns="0" bIns="0" rtlCol="0" anchor="ctr"/>
          <a:lstStyle/>
          <a:p>
            <a:pPr marL="0" indent="0">
              <a:buNone/>
            </a:pPr>
            <a:r>
              <a:rPr lang="en-US" sz="3200" b="1" dirty="0">
                <a:solidFill>
                  <a:srgbClr val="0A0A0A"/>
                </a:solidFill>
                <a:latin typeface="Space Grotesk" pitchFamily="34" charset="0"/>
                <a:cs typeface="Space Grotesk" pitchFamily="34" charset="-120"/>
              </a:rPr>
              <a:t>Sovereignty is about control, not location</a:t>
            </a:r>
            <a:endParaRPr lang="en-US" sz="3200" dirty="0"/>
          </a:p>
        </p:txBody>
      </p:sp>
      <p:sp>
        <p:nvSpPr>
          <p:cNvPr id="9" name="Shape 2">
            <a:extLst>
              <a:ext uri="{FF2B5EF4-FFF2-40B4-BE49-F238E27FC236}">
                <a16:creationId xmlns:a16="http://schemas.microsoft.com/office/drawing/2014/main" id="{F81B1002-96D0-C063-1A4C-19075B469C5D}"/>
              </a:ext>
            </a:extLst>
          </p:cNvPr>
          <p:cNvSpPr/>
          <p:nvPr/>
        </p:nvSpPr>
        <p:spPr>
          <a:xfrm>
            <a:off x="655320" y="2331227"/>
            <a:ext cx="10881360" cy="3520440"/>
          </a:xfrm>
          <a:prstGeom prst="roundRect">
            <a:avLst>
              <a:gd name="adj" fmla="val 2597"/>
            </a:avLst>
          </a:prstGeom>
          <a:solidFill>
            <a:schemeClr val="bg1">
              <a:lumMod val="95000"/>
            </a:schemeClr>
          </a:solidFill>
          <a:ln w="12700">
            <a:solidFill>
              <a:schemeClr val="bg1">
                <a:lumMod val="75000"/>
              </a:schemeClr>
            </a:solidFill>
            <a:prstDash val="solid"/>
          </a:ln>
        </p:spPr>
        <p:txBody>
          <a:bodyPr/>
          <a:lstStyle/>
          <a:p>
            <a:endParaRPr lang="en-NL"/>
          </a:p>
        </p:txBody>
      </p:sp>
      <p:sp>
        <p:nvSpPr>
          <p:cNvPr id="8" name="Text 3">
            <a:extLst>
              <a:ext uri="{FF2B5EF4-FFF2-40B4-BE49-F238E27FC236}">
                <a16:creationId xmlns:a16="http://schemas.microsoft.com/office/drawing/2014/main" id="{46AC6631-3C5D-E44B-D450-41FCCC7E1B56}"/>
              </a:ext>
            </a:extLst>
          </p:cNvPr>
          <p:cNvSpPr/>
          <p:nvPr/>
        </p:nvSpPr>
        <p:spPr>
          <a:xfrm>
            <a:off x="983717" y="2622999"/>
            <a:ext cx="10224565" cy="2936895"/>
          </a:xfrm>
          <a:prstGeom prst="rect">
            <a:avLst/>
          </a:prstGeom>
          <a:noFill/>
          <a:ln/>
        </p:spPr>
        <p:txBody>
          <a:bodyPr wrap="square" lIns="0" tIns="0" rIns="0" bIns="0" rtlCol="0" anchor="t"/>
          <a:lstStyle/>
          <a:p>
            <a:pPr marL="0" indent="0" algn="ctr">
              <a:buNone/>
            </a:pPr>
            <a:r>
              <a:rPr lang="en-US" sz="3200" b="1" dirty="0">
                <a:solidFill>
                  <a:srgbClr val="0A0A0A"/>
                </a:solidFill>
                <a:latin typeface="Space Grotesk" pitchFamily="34" charset="0"/>
                <a:ea typeface="Space Grotesk" pitchFamily="34" charset="-122"/>
                <a:cs typeface="Space Grotesk" pitchFamily="34" charset="-120"/>
              </a:rPr>
              <a:t>Sovereignty is the </a:t>
            </a:r>
            <a:r>
              <a:rPr lang="en-US" sz="3200" b="1" dirty="0">
                <a:solidFill>
                  <a:srgbClr val="2FA34A"/>
                </a:solidFill>
                <a:latin typeface="Space Grotesk" pitchFamily="34" charset="0"/>
                <a:ea typeface="Space Grotesk" pitchFamily="34" charset="-122"/>
                <a:cs typeface="Space Grotesk" pitchFamily="34" charset="-120"/>
              </a:rPr>
              <a:t>supreme</a:t>
            </a:r>
            <a:r>
              <a:rPr lang="en-US" sz="3200" b="1" dirty="0">
                <a:solidFill>
                  <a:srgbClr val="0A0A0A"/>
                </a:solidFill>
                <a:latin typeface="Space Grotesk" pitchFamily="34" charset="0"/>
                <a:ea typeface="Space Grotesk" pitchFamily="34" charset="-122"/>
                <a:cs typeface="Space Grotesk" pitchFamily="34" charset="-120"/>
              </a:rPr>
              <a:t>, </a:t>
            </a:r>
            <a:r>
              <a:rPr lang="en-US" sz="3200" b="1" dirty="0">
                <a:solidFill>
                  <a:srgbClr val="2FA34A"/>
                </a:solidFill>
                <a:latin typeface="Space Grotesk" pitchFamily="34" charset="0"/>
                <a:ea typeface="Space Grotesk" pitchFamily="34" charset="-122"/>
                <a:cs typeface="Space Grotesk" pitchFamily="34" charset="-120"/>
              </a:rPr>
              <a:t>absolute</a:t>
            </a:r>
            <a:r>
              <a:rPr lang="en-US" sz="3200" b="1" dirty="0">
                <a:solidFill>
                  <a:srgbClr val="0A0A0A"/>
                </a:solidFill>
                <a:latin typeface="Space Grotesk" pitchFamily="34" charset="0"/>
                <a:ea typeface="Space Grotesk" pitchFamily="34" charset="-122"/>
                <a:cs typeface="Space Grotesk" pitchFamily="34" charset="-120"/>
              </a:rPr>
              <a:t>, and </a:t>
            </a:r>
            <a:r>
              <a:rPr lang="en-US" sz="3200" b="1" dirty="0">
                <a:solidFill>
                  <a:srgbClr val="2FA34A"/>
                </a:solidFill>
                <a:latin typeface="Space Grotesk" pitchFamily="34" charset="0"/>
                <a:ea typeface="Space Grotesk" pitchFamily="34" charset="-122"/>
                <a:cs typeface="Space Grotesk" pitchFamily="34" charset="-120"/>
              </a:rPr>
              <a:t>uncontrollable</a:t>
            </a:r>
            <a:r>
              <a:rPr lang="en-US" sz="3200" b="1" dirty="0">
                <a:solidFill>
                  <a:srgbClr val="0A0A0A"/>
                </a:solidFill>
                <a:latin typeface="Space Grotesk" pitchFamily="34" charset="0"/>
                <a:ea typeface="Space Grotesk" pitchFamily="34" charset="-122"/>
                <a:cs typeface="Space Grotesk" pitchFamily="34" charset="-120"/>
              </a:rPr>
              <a:t> power by which an independent state is governed, possessing exclusive authority to make laws, manage internal affairs, and rule a territory </a:t>
            </a:r>
            <a:r>
              <a:rPr lang="en-US" sz="3200" b="1" dirty="0">
                <a:solidFill>
                  <a:srgbClr val="2FA34A"/>
                </a:solidFill>
                <a:latin typeface="Space Grotesk" pitchFamily="34" charset="0"/>
                <a:ea typeface="Space Grotesk" pitchFamily="34" charset="-122"/>
                <a:cs typeface="Space Grotesk" pitchFamily="34" charset="-120"/>
              </a:rPr>
              <a:t>without any outside interference</a:t>
            </a:r>
            <a:r>
              <a:rPr lang="en-US" sz="3200" b="1" dirty="0">
                <a:solidFill>
                  <a:srgbClr val="0A0A0A"/>
                </a:solidFill>
                <a:latin typeface="Space Grotesk" pitchFamily="34" charset="0"/>
                <a:ea typeface="Space Grotesk" pitchFamily="34" charset="-122"/>
                <a:cs typeface="Space Grotesk" pitchFamily="34" charset="-120"/>
              </a:rPr>
              <a:t>.</a:t>
            </a:r>
            <a:endParaRPr lang="en-US" sz="3200" dirty="0"/>
          </a:p>
        </p:txBody>
      </p:sp>
      <p:sp>
        <p:nvSpPr>
          <p:cNvPr id="12" name="Text 6">
            <a:extLst>
              <a:ext uri="{FF2B5EF4-FFF2-40B4-BE49-F238E27FC236}">
                <a16:creationId xmlns:a16="http://schemas.microsoft.com/office/drawing/2014/main" id="{28FF3DCC-DB1D-DF1F-1DEA-54B2D0293F08}"/>
              </a:ext>
            </a:extLst>
          </p:cNvPr>
          <p:cNvSpPr/>
          <p:nvPr/>
        </p:nvSpPr>
        <p:spPr>
          <a:xfrm>
            <a:off x="8301250" y="4993935"/>
            <a:ext cx="2137289" cy="381227"/>
          </a:xfrm>
          <a:prstGeom prst="rect">
            <a:avLst/>
          </a:prstGeom>
          <a:noFill/>
          <a:ln/>
        </p:spPr>
        <p:txBody>
          <a:bodyPr wrap="square" lIns="0" tIns="0" rIns="0" bIns="0" rtlCol="0" anchor="ctr"/>
          <a:lstStyle/>
          <a:p>
            <a:pPr marL="0" indent="0">
              <a:buNone/>
            </a:pPr>
            <a:r>
              <a:rPr lang="en-US" sz="1400" dirty="0">
                <a:solidFill>
                  <a:srgbClr val="52525B"/>
                </a:solidFill>
                <a:latin typeface="Inter" pitchFamily="34" charset="0"/>
                <a:ea typeface="Inter" pitchFamily="34" charset="-122"/>
                <a:cs typeface="Inter" pitchFamily="34" charset="-120"/>
              </a:rPr>
              <a:t>Encyclopedia Britannica</a:t>
            </a:r>
            <a:endParaRPr lang="en-US" sz="1400" b="1" dirty="0"/>
          </a:p>
        </p:txBody>
      </p:sp>
    </p:spTree>
    <p:extLst>
      <p:ext uri="{BB962C8B-B14F-4D97-AF65-F5344CB8AC3E}">
        <p14:creationId xmlns:p14="http://schemas.microsoft.com/office/powerpoint/2010/main" val="377177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24C5992F-AE4B-CD88-6942-A8F2B20246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820F42-40EC-0754-76AA-5DF17AD056DC}"/>
              </a:ext>
            </a:extLst>
          </p:cNvPr>
          <p:cNvSpPr/>
          <p:nvPr/>
        </p:nvSpPr>
        <p:spPr>
          <a:xfrm>
            <a:off x="640080" y="64008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3. what sovereignty really means</a:t>
            </a:r>
            <a:endParaRPr lang="en-US" sz="1300" dirty="0"/>
          </a:p>
        </p:txBody>
      </p:sp>
      <p:sp>
        <p:nvSpPr>
          <p:cNvPr id="7" name="Text 1">
            <a:extLst>
              <a:ext uri="{FF2B5EF4-FFF2-40B4-BE49-F238E27FC236}">
                <a16:creationId xmlns:a16="http://schemas.microsoft.com/office/drawing/2014/main" id="{119E5EF6-8618-402C-FBA1-49B8E31A8FE8}"/>
              </a:ext>
            </a:extLst>
          </p:cNvPr>
          <p:cNvSpPr/>
          <p:nvPr/>
        </p:nvSpPr>
        <p:spPr>
          <a:xfrm>
            <a:off x="640080" y="960120"/>
            <a:ext cx="10515600" cy="822960"/>
          </a:xfrm>
          <a:prstGeom prst="rect">
            <a:avLst/>
          </a:prstGeom>
          <a:noFill/>
          <a:ln/>
        </p:spPr>
        <p:txBody>
          <a:bodyPr wrap="square" lIns="0" tIns="0" rIns="0" bIns="0" rtlCol="0" anchor="ctr"/>
          <a:lstStyle/>
          <a:p>
            <a:pPr marL="0" indent="0">
              <a:buNone/>
            </a:pPr>
            <a:r>
              <a:rPr lang="en-US" sz="3200" b="1" dirty="0">
                <a:solidFill>
                  <a:srgbClr val="0A0A0A"/>
                </a:solidFill>
                <a:latin typeface="Space Grotesk" pitchFamily="34" charset="0"/>
                <a:cs typeface="Space Grotesk" pitchFamily="34" charset="-120"/>
              </a:rPr>
              <a:t>Four layers of sovereign data platform control</a:t>
            </a:r>
            <a:endParaRPr lang="en-US" sz="3200" dirty="0"/>
          </a:p>
        </p:txBody>
      </p:sp>
      <p:sp>
        <p:nvSpPr>
          <p:cNvPr id="3" name="Rounded Rectangle 2">
            <a:extLst>
              <a:ext uri="{FF2B5EF4-FFF2-40B4-BE49-F238E27FC236}">
                <a16:creationId xmlns:a16="http://schemas.microsoft.com/office/drawing/2014/main" id="{FDF09FF3-9E25-ACCC-4AA6-B02664A16682}"/>
              </a:ext>
            </a:extLst>
          </p:cNvPr>
          <p:cNvSpPr/>
          <p:nvPr/>
        </p:nvSpPr>
        <p:spPr>
          <a:xfrm>
            <a:off x="3819832" y="2211275"/>
            <a:ext cx="4552336" cy="747251"/>
          </a:xfrm>
          <a:prstGeom prst="roundRect">
            <a:avLst/>
          </a:prstGeom>
          <a:solidFill>
            <a:srgbClr val="0F4F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ounded Rectangle 3">
            <a:extLst>
              <a:ext uri="{FF2B5EF4-FFF2-40B4-BE49-F238E27FC236}">
                <a16:creationId xmlns:a16="http://schemas.microsoft.com/office/drawing/2014/main" id="{EC4B627E-A2FF-8BD6-DC9B-F1975EB40F73}"/>
              </a:ext>
            </a:extLst>
          </p:cNvPr>
          <p:cNvSpPr/>
          <p:nvPr/>
        </p:nvSpPr>
        <p:spPr>
          <a:xfrm>
            <a:off x="3819832" y="3163529"/>
            <a:ext cx="4552336" cy="747251"/>
          </a:xfrm>
          <a:prstGeom prst="roundRect">
            <a:avLst/>
          </a:prstGeom>
          <a:solidFill>
            <a:srgbClr val="0F4F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 name="Rounded Rectangle 4">
            <a:extLst>
              <a:ext uri="{FF2B5EF4-FFF2-40B4-BE49-F238E27FC236}">
                <a16:creationId xmlns:a16="http://schemas.microsoft.com/office/drawing/2014/main" id="{EEDC0D01-19D5-A69A-C160-DD3419177B10}"/>
              </a:ext>
            </a:extLst>
          </p:cNvPr>
          <p:cNvSpPr/>
          <p:nvPr/>
        </p:nvSpPr>
        <p:spPr>
          <a:xfrm>
            <a:off x="3819832" y="4115783"/>
            <a:ext cx="4552336" cy="747251"/>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ounded Rectangle 5">
            <a:extLst>
              <a:ext uri="{FF2B5EF4-FFF2-40B4-BE49-F238E27FC236}">
                <a16:creationId xmlns:a16="http://schemas.microsoft.com/office/drawing/2014/main" id="{63F51A1D-DFB3-1DE8-4594-31B31DD0F2C3}"/>
              </a:ext>
            </a:extLst>
          </p:cNvPr>
          <p:cNvSpPr/>
          <p:nvPr/>
        </p:nvSpPr>
        <p:spPr>
          <a:xfrm>
            <a:off x="3819832" y="5068037"/>
            <a:ext cx="4552336" cy="747251"/>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TextBox 9">
            <a:extLst>
              <a:ext uri="{FF2B5EF4-FFF2-40B4-BE49-F238E27FC236}">
                <a16:creationId xmlns:a16="http://schemas.microsoft.com/office/drawing/2014/main" id="{7C23F14D-8EF1-1110-79D3-CA31C81F09F7}"/>
              </a:ext>
            </a:extLst>
          </p:cNvPr>
          <p:cNvSpPr txBox="1"/>
          <p:nvPr/>
        </p:nvSpPr>
        <p:spPr>
          <a:xfrm>
            <a:off x="4117995" y="2307901"/>
            <a:ext cx="3956010" cy="553998"/>
          </a:xfrm>
          <a:prstGeom prst="rect">
            <a:avLst/>
          </a:prstGeom>
          <a:noFill/>
        </p:spPr>
        <p:txBody>
          <a:bodyPr wrap="square">
            <a:spAutoFit/>
          </a:bodyPr>
          <a:lstStyle/>
          <a:p>
            <a:r>
              <a:rPr lang="en-US" b="1" dirty="0">
                <a:solidFill>
                  <a:schemeClr val="bg1"/>
                </a:solidFill>
                <a:latin typeface="Inter" pitchFamily="34" charset="0"/>
                <a:ea typeface="Inter" pitchFamily="34" charset="-122"/>
                <a:cs typeface="Inter" pitchFamily="34" charset="-120"/>
              </a:rPr>
              <a:t>Data</a:t>
            </a:r>
            <a:br>
              <a:rPr lang="en-US" b="1" dirty="0">
                <a:solidFill>
                  <a:schemeClr val="bg1"/>
                </a:solidFill>
                <a:latin typeface="Inter" pitchFamily="34" charset="0"/>
                <a:ea typeface="Inter" pitchFamily="34" charset="-122"/>
                <a:cs typeface="Inter" pitchFamily="34" charset="-120"/>
              </a:rPr>
            </a:br>
            <a:r>
              <a:rPr lang="en-US" sz="1200" dirty="0">
                <a:solidFill>
                  <a:schemeClr val="bg1"/>
                </a:solidFill>
                <a:latin typeface="Inter ExtraLight" panose="02000503000000020004" pitchFamily="2" charset="0"/>
                <a:ea typeface="Inter ExtraLight" panose="02000503000000020004" pitchFamily="2" charset="0"/>
                <a:cs typeface="Inter" pitchFamily="34" charset="-120"/>
              </a:rPr>
              <a:t>Who can read or access it?</a:t>
            </a:r>
            <a:endParaRPr lang="en-NL" dirty="0">
              <a:solidFill>
                <a:schemeClr val="bg1"/>
              </a:solidFill>
              <a:latin typeface="Inter ExtraLight" panose="02000503000000020004" pitchFamily="2" charset="0"/>
              <a:ea typeface="Inter ExtraLight" panose="02000503000000020004" pitchFamily="2" charset="0"/>
            </a:endParaRPr>
          </a:p>
        </p:txBody>
      </p:sp>
      <p:sp>
        <p:nvSpPr>
          <p:cNvPr id="11" name="TextBox 10">
            <a:extLst>
              <a:ext uri="{FF2B5EF4-FFF2-40B4-BE49-F238E27FC236}">
                <a16:creationId xmlns:a16="http://schemas.microsoft.com/office/drawing/2014/main" id="{11C5C658-CB8D-C6A5-00A8-4356CB227F33}"/>
              </a:ext>
            </a:extLst>
          </p:cNvPr>
          <p:cNvSpPr txBox="1"/>
          <p:nvPr/>
        </p:nvSpPr>
        <p:spPr>
          <a:xfrm>
            <a:off x="4117995" y="3260155"/>
            <a:ext cx="3956010" cy="553998"/>
          </a:xfrm>
          <a:prstGeom prst="rect">
            <a:avLst/>
          </a:prstGeom>
          <a:noFill/>
        </p:spPr>
        <p:txBody>
          <a:bodyPr wrap="square">
            <a:spAutoFit/>
          </a:bodyPr>
          <a:lstStyle/>
          <a:p>
            <a:r>
              <a:rPr lang="en-US" b="1" dirty="0">
                <a:solidFill>
                  <a:schemeClr val="bg1"/>
                </a:solidFill>
                <a:latin typeface="Inter" pitchFamily="34" charset="0"/>
                <a:ea typeface="Inter" pitchFamily="34" charset="-122"/>
                <a:cs typeface="Inter" pitchFamily="34" charset="-120"/>
              </a:rPr>
              <a:t>Operations</a:t>
            </a:r>
            <a:br>
              <a:rPr lang="en-US" b="1" dirty="0">
                <a:solidFill>
                  <a:schemeClr val="bg1"/>
                </a:solidFill>
                <a:latin typeface="Inter" pitchFamily="34" charset="0"/>
                <a:ea typeface="Inter" pitchFamily="34" charset="-122"/>
                <a:cs typeface="Inter" pitchFamily="34" charset="-120"/>
              </a:rPr>
            </a:br>
            <a:r>
              <a:rPr lang="en-US" sz="1200" dirty="0">
                <a:solidFill>
                  <a:schemeClr val="bg1"/>
                </a:solidFill>
                <a:latin typeface="Inter ExtraLight" panose="02000503000000020004" pitchFamily="2" charset="0"/>
                <a:ea typeface="Inter ExtraLight" panose="02000503000000020004" pitchFamily="2" charset="0"/>
                <a:cs typeface="Inter" pitchFamily="34" charset="-120"/>
              </a:rPr>
              <a:t>Who can switch it off?</a:t>
            </a:r>
            <a:endParaRPr lang="en-NL" dirty="0">
              <a:solidFill>
                <a:schemeClr val="bg1"/>
              </a:solidFill>
              <a:latin typeface="Inter ExtraLight" panose="02000503000000020004" pitchFamily="2" charset="0"/>
              <a:ea typeface="Inter ExtraLight" panose="02000503000000020004" pitchFamily="2" charset="0"/>
            </a:endParaRPr>
          </a:p>
        </p:txBody>
      </p:sp>
      <p:sp>
        <p:nvSpPr>
          <p:cNvPr id="13" name="TextBox 12">
            <a:extLst>
              <a:ext uri="{FF2B5EF4-FFF2-40B4-BE49-F238E27FC236}">
                <a16:creationId xmlns:a16="http://schemas.microsoft.com/office/drawing/2014/main" id="{AF38ACAC-9A23-79FA-F6E9-DBDC8BD86686}"/>
              </a:ext>
            </a:extLst>
          </p:cNvPr>
          <p:cNvSpPr txBox="1"/>
          <p:nvPr/>
        </p:nvSpPr>
        <p:spPr>
          <a:xfrm>
            <a:off x="4117995" y="4212409"/>
            <a:ext cx="3956010" cy="553998"/>
          </a:xfrm>
          <a:prstGeom prst="rect">
            <a:avLst/>
          </a:prstGeom>
          <a:noFill/>
        </p:spPr>
        <p:txBody>
          <a:bodyPr wrap="square">
            <a:spAutoFit/>
          </a:bodyPr>
          <a:lstStyle/>
          <a:p>
            <a:r>
              <a:rPr lang="en-US" b="1" dirty="0">
                <a:solidFill>
                  <a:schemeClr val="bg1"/>
                </a:solidFill>
                <a:latin typeface="Inter" pitchFamily="34" charset="0"/>
                <a:ea typeface="Inter" pitchFamily="34" charset="-122"/>
                <a:cs typeface="Inter" pitchFamily="34" charset="-120"/>
              </a:rPr>
              <a:t>Technology</a:t>
            </a:r>
            <a:br>
              <a:rPr lang="en-US" b="1" dirty="0">
                <a:solidFill>
                  <a:schemeClr val="bg1"/>
                </a:solidFill>
                <a:latin typeface="Inter" pitchFamily="34" charset="0"/>
                <a:ea typeface="Inter" pitchFamily="34" charset="-122"/>
                <a:cs typeface="Inter" pitchFamily="34" charset="-120"/>
              </a:rPr>
            </a:br>
            <a:r>
              <a:rPr lang="en-US" sz="1200" dirty="0">
                <a:solidFill>
                  <a:schemeClr val="bg1"/>
                </a:solidFill>
                <a:latin typeface="Inter ExtraLight" panose="02000503000000020004" pitchFamily="2" charset="0"/>
                <a:ea typeface="Inter ExtraLight" panose="02000503000000020004" pitchFamily="2" charset="0"/>
                <a:cs typeface="Inter" pitchFamily="34" charset="-120"/>
              </a:rPr>
              <a:t>Could you rebuild it somewhere else?</a:t>
            </a:r>
            <a:endParaRPr lang="en-NL" dirty="0">
              <a:solidFill>
                <a:schemeClr val="bg1"/>
              </a:solidFill>
              <a:latin typeface="Inter ExtraLight" panose="02000503000000020004" pitchFamily="2" charset="0"/>
              <a:ea typeface="Inter ExtraLight" panose="02000503000000020004" pitchFamily="2" charset="0"/>
            </a:endParaRPr>
          </a:p>
        </p:txBody>
      </p:sp>
      <p:sp>
        <p:nvSpPr>
          <p:cNvPr id="14" name="TextBox 13">
            <a:extLst>
              <a:ext uri="{FF2B5EF4-FFF2-40B4-BE49-F238E27FC236}">
                <a16:creationId xmlns:a16="http://schemas.microsoft.com/office/drawing/2014/main" id="{42A61E92-438B-979F-E2E5-72F2DDD05C80}"/>
              </a:ext>
            </a:extLst>
          </p:cNvPr>
          <p:cNvSpPr txBox="1"/>
          <p:nvPr/>
        </p:nvSpPr>
        <p:spPr>
          <a:xfrm>
            <a:off x="4117995" y="5164663"/>
            <a:ext cx="3956010" cy="553998"/>
          </a:xfrm>
          <a:prstGeom prst="rect">
            <a:avLst/>
          </a:prstGeom>
          <a:noFill/>
        </p:spPr>
        <p:txBody>
          <a:bodyPr wrap="square">
            <a:spAutoFit/>
          </a:bodyPr>
          <a:lstStyle/>
          <a:p>
            <a:r>
              <a:rPr lang="en-US" b="1" dirty="0">
                <a:solidFill>
                  <a:schemeClr val="bg1"/>
                </a:solidFill>
                <a:latin typeface="Inter" pitchFamily="34" charset="0"/>
                <a:ea typeface="Inter" pitchFamily="34" charset="-122"/>
                <a:cs typeface="Inter" pitchFamily="34" charset="-120"/>
              </a:rPr>
              <a:t>Supply chain</a:t>
            </a:r>
            <a:br>
              <a:rPr lang="en-US" b="1" dirty="0">
                <a:solidFill>
                  <a:schemeClr val="bg1"/>
                </a:solidFill>
                <a:latin typeface="Inter" pitchFamily="34" charset="0"/>
                <a:ea typeface="Inter" pitchFamily="34" charset="-122"/>
                <a:cs typeface="Inter" pitchFamily="34" charset="-120"/>
              </a:rPr>
            </a:br>
            <a:r>
              <a:rPr lang="en-US" sz="1200" dirty="0">
                <a:solidFill>
                  <a:schemeClr val="bg1"/>
                </a:solidFill>
                <a:latin typeface="Inter ExtraLight" panose="02000503000000020004" pitchFamily="2" charset="0"/>
                <a:ea typeface="Inter ExtraLight" panose="02000503000000020004" pitchFamily="2" charset="0"/>
                <a:cs typeface="Inter" pitchFamily="34" charset="-120"/>
              </a:rPr>
              <a:t>Who makes the parts it runs on?</a:t>
            </a:r>
            <a:endParaRPr lang="en-NL" dirty="0">
              <a:solidFill>
                <a:schemeClr val="bg1"/>
              </a:solidFill>
              <a:latin typeface="Inter ExtraLight" panose="02000503000000020004" pitchFamily="2" charset="0"/>
              <a:ea typeface="Inter ExtraLight" panose="02000503000000020004" pitchFamily="2" charset="0"/>
            </a:endParaRPr>
          </a:p>
        </p:txBody>
      </p:sp>
    </p:spTree>
    <p:extLst>
      <p:ext uri="{BB962C8B-B14F-4D97-AF65-F5344CB8AC3E}">
        <p14:creationId xmlns:p14="http://schemas.microsoft.com/office/powerpoint/2010/main" val="2883772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DFFE5601-C1DF-14D6-3035-E89460C855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36FB8E4-1C0F-6153-3E75-77132DB8F56A}"/>
              </a:ext>
            </a:extLst>
          </p:cNvPr>
          <p:cNvSpPr/>
          <p:nvPr/>
        </p:nvSpPr>
        <p:spPr>
          <a:xfrm>
            <a:off x="640080" y="59436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3. what sovereignty really means</a:t>
            </a:r>
            <a:endParaRPr lang="en-US" sz="1300" dirty="0"/>
          </a:p>
        </p:txBody>
      </p:sp>
      <p:sp>
        <p:nvSpPr>
          <p:cNvPr id="3" name="Text 1">
            <a:extLst>
              <a:ext uri="{FF2B5EF4-FFF2-40B4-BE49-F238E27FC236}">
                <a16:creationId xmlns:a16="http://schemas.microsoft.com/office/drawing/2014/main" id="{F196FCCE-BA89-D575-0BB1-552867307E1B}"/>
              </a:ext>
            </a:extLst>
          </p:cNvPr>
          <p:cNvSpPr/>
          <p:nvPr/>
        </p:nvSpPr>
        <p:spPr>
          <a:xfrm>
            <a:off x="640080" y="1005840"/>
            <a:ext cx="10515600" cy="731520"/>
          </a:xfrm>
          <a:prstGeom prst="rect">
            <a:avLst/>
          </a:prstGeom>
          <a:noFill/>
          <a:ln/>
        </p:spPr>
        <p:txBody>
          <a:bodyPr wrap="square" lIns="0" tIns="0" rIns="0" bIns="0" rtlCol="0" anchor="ctr"/>
          <a:lstStyle/>
          <a:p>
            <a:pPr marL="0" indent="0">
              <a:buNone/>
            </a:pPr>
            <a:r>
              <a:rPr lang="en-US" sz="3000" b="1" dirty="0">
                <a:solidFill>
                  <a:srgbClr val="FFFFFF"/>
                </a:solidFill>
                <a:latin typeface="Space Grotesk" pitchFamily="34" charset="0"/>
                <a:ea typeface="Space Grotesk" pitchFamily="34" charset="-122"/>
                <a:cs typeface="Space Grotesk" pitchFamily="34" charset="-120"/>
              </a:rPr>
              <a:t>Sovereignty is a dial, not a switch</a:t>
            </a:r>
            <a:endParaRPr lang="en-US" sz="3000" dirty="0"/>
          </a:p>
        </p:txBody>
      </p:sp>
      <p:sp>
        <p:nvSpPr>
          <p:cNvPr id="4" name="Shape 2">
            <a:extLst>
              <a:ext uri="{FF2B5EF4-FFF2-40B4-BE49-F238E27FC236}">
                <a16:creationId xmlns:a16="http://schemas.microsoft.com/office/drawing/2014/main" id="{AB9096D7-43D0-E272-771D-26B6B67E8070}"/>
              </a:ext>
            </a:extLst>
          </p:cNvPr>
          <p:cNvSpPr/>
          <p:nvPr/>
        </p:nvSpPr>
        <p:spPr>
          <a:xfrm>
            <a:off x="640080" y="1965960"/>
            <a:ext cx="10881360" cy="3520440"/>
          </a:xfrm>
          <a:prstGeom prst="roundRect">
            <a:avLst>
              <a:gd name="adj" fmla="val 2597"/>
            </a:avLst>
          </a:prstGeom>
          <a:solidFill>
            <a:srgbClr val="1A1A19"/>
          </a:solidFill>
          <a:ln w="12700">
            <a:solidFill>
              <a:srgbClr val="27272A"/>
            </a:solidFill>
            <a:prstDash val="solid"/>
          </a:ln>
        </p:spPr>
        <p:txBody>
          <a:bodyPr/>
          <a:lstStyle/>
          <a:p>
            <a:endParaRPr lang="en-NL"/>
          </a:p>
        </p:txBody>
      </p:sp>
      <p:sp>
        <p:nvSpPr>
          <p:cNvPr id="5" name="Rounded Rectangle 4">
            <a:extLst>
              <a:ext uri="{FF2B5EF4-FFF2-40B4-BE49-F238E27FC236}">
                <a16:creationId xmlns:a16="http://schemas.microsoft.com/office/drawing/2014/main" id="{611B180D-C3EB-8862-1717-583D4E4D3287}"/>
              </a:ext>
            </a:extLst>
          </p:cNvPr>
          <p:cNvSpPr/>
          <p:nvPr/>
        </p:nvSpPr>
        <p:spPr>
          <a:xfrm>
            <a:off x="1524000" y="3429002"/>
            <a:ext cx="1789471" cy="589935"/>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1" dirty="0">
                <a:latin typeface="Inter Black" panose="02000503000000020004" pitchFamily="2" charset="0"/>
                <a:ea typeface="Inter Black" panose="02000503000000020004" pitchFamily="2" charset="0"/>
              </a:rPr>
              <a:t>0</a:t>
            </a:r>
          </a:p>
        </p:txBody>
      </p:sp>
      <p:sp>
        <p:nvSpPr>
          <p:cNvPr id="6" name="Rounded Rectangle 5">
            <a:extLst>
              <a:ext uri="{FF2B5EF4-FFF2-40B4-BE49-F238E27FC236}">
                <a16:creationId xmlns:a16="http://schemas.microsoft.com/office/drawing/2014/main" id="{F208F62D-1FAB-0E47-4E9A-7A61F4BD9DBE}"/>
              </a:ext>
            </a:extLst>
          </p:cNvPr>
          <p:cNvSpPr/>
          <p:nvPr/>
        </p:nvSpPr>
        <p:spPr>
          <a:xfrm>
            <a:off x="3313471" y="3429001"/>
            <a:ext cx="1789471" cy="589935"/>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1" dirty="0">
                <a:latin typeface="Inter Black" panose="02000503000000020004" pitchFamily="2" charset="0"/>
                <a:ea typeface="Inter Black" panose="02000503000000020004" pitchFamily="2" charset="0"/>
              </a:rPr>
              <a:t>1</a:t>
            </a:r>
          </a:p>
        </p:txBody>
      </p:sp>
      <p:sp>
        <p:nvSpPr>
          <p:cNvPr id="7" name="Rounded Rectangle 6">
            <a:extLst>
              <a:ext uri="{FF2B5EF4-FFF2-40B4-BE49-F238E27FC236}">
                <a16:creationId xmlns:a16="http://schemas.microsoft.com/office/drawing/2014/main" id="{33F3E663-750A-5B88-8821-733FF241E5B5}"/>
              </a:ext>
            </a:extLst>
          </p:cNvPr>
          <p:cNvSpPr/>
          <p:nvPr/>
        </p:nvSpPr>
        <p:spPr>
          <a:xfrm>
            <a:off x="5102942" y="3429000"/>
            <a:ext cx="1789471" cy="589935"/>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1" dirty="0">
                <a:latin typeface="Inter Black" panose="02000503000000020004" pitchFamily="2" charset="0"/>
                <a:ea typeface="Inter Black" panose="02000503000000020004" pitchFamily="2" charset="0"/>
              </a:rPr>
              <a:t>2</a:t>
            </a:r>
          </a:p>
        </p:txBody>
      </p:sp>
      <p:sp>
        <p:nvSpPr>
          <p:cNvPr id="8" name="Rounded Rectangle 7">
            <a:extLst>
              <a:ext uri="{FF2B5EF4-FFF2-40B4-BE49-F238E27FC236}">
                <a16:creationId xmlns:a16="http://schemas.microsoft.com/office/drawing/2014/main" id="{5E7BB55D-96F1-F91F-6649-4AFF169085A7}"/>
              </a:ext>
            </a:extLst>
          </p:cNvPr>
          <p:cNvSpPr/>
          <p:nvPr/>
        </p:nvSpPr>
        <p:spPr>
          <a:xfrm>
            <a:off x="6892413" y="3428999"/>
            <a:ext cx="1789471" cy="589935"/>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1" dirty="0">
                <a:latin typeface="Inter Black" panose="02000503000000020004" pitchFamily="2" charset="0"/>
                <a:ea typeface="Inter Black" panose="02000503000000020004" pitchFamily="2" charset="0"/>
              </a:rPr>
              <a:t>3</a:t>
            </a:r>
          </a:p>
        </p:txBody>
      </p:sp>
      <p:sp>
        <p:nvSpPr>
          <p:cNvPr id="11" name="Rounded Rectangle 10">
            <a:extLst>
              <a:ext uri="{FF2B5EF4-FFF2-40B4-BE49-F238E27FC236}">
                <a16:creationId xmlns:a16="http://schemas.microsoft.com/office/drawing/2014/main" id="{5FEB22D2-7EA6-2B89-EA05-00F8E4687758}"/>
              </a:ext>
            </a:extLst>
          </p:cNvPr>
          <p:cNvSpPr/>
          <p:nvPr/>
        </p:nvSpPr>
        <p:spPr>
          <a:xfrm>
            <a:off x="8681884" y="3428998"/>
            <a:ext cx="1789471" cy="589935"/>
          </a:xfrm>
          <a:prstGeom prst="roundRect">
            <a:avLst/>
          </a:prstGeom>
          <a:solidFill>
            <a:srgbClr val="22570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1" dirty="0">
                <a:latin typeface="Inter Black" panose="02000503000000020004" pitchFamily="2" charset="0"/>
                <a:ea typeface="Inter Black" panose="02000503000000020004" pitchFamily="2" charset="0"/>
              </a:rPr>
              <a:t>4</a:t>
            </a:r>
          </a:p>
        </p:txBody>
      </p:sp>
      <p:sp>
        <p:nvSpPr>
          <p:cNvPr id="12" name="Text 6">
            <a:extLst>
              <a:ext uri="{FF2B5EF4-FFF2-40B4-BE49-F238E27FC236}">
                <a16:creationId xmlns:a16="http://schemas.microsoft.com/office/drawing/2014/main" id="{460D5AE4-43CF-9EA3-4BEE-6EE2CA0BC9EC}"/>
              </a:ext>
            </a:extLst>
          </p:cNvPr>
          <p:cNvSpPr/>
          <p:nvPr/>
        </p:nvSpPr>
        <p:spPr>
          <a:xfrm>
            <a:off x="3203963" y="2423161"/>
            <a:ext cx="2019301" cy="319548"/>
          </a:xfrm>
          <a:prstGeom prst="rect">
            <a:avLst/>
          </a:prstGeom>
          <a:noFill/>
          <a:ln/>
        </p:spPr>
        <p:txBody>
          <a:bodyPr wrap="square" lIns="0" tIns="0" rIns="0" bIns="0" rtlCol="0" anchor="ctr"/>
          <a:lstStyle/>
          <a:p>
            <a:pPr algn="ctr"/>
            <a:r>
              <a:rPr lang="en-US" sz="1200" dirty="0">
                <a:solidFill>
                  <a:schemeClr val="bg1"/>
                </a:solidFill>
                <a:latin typeface="Inter" pitchFamily="34" charset="0"/>
                <a:ea typeface="Inter" pitchFamily="34" charset="-122"/>
                <a:cs typeface="Inter" pitchFamily="34" charset="-120"/>
              </a:rPr>
              <a:t>Most of us here</a:t>
            </a:r>
            <a:endParaRPr lang="en-US" sz="1200" b="1" dirty="0">
              <a:solidFill>
                <a:schemeClr val="bg1"/>
              </a:solidFill>
            </a:endParaRPr>
          </a:p>
        </p:txBody>
      </p:sp>
      <p:cxnSp>
        <p:nvCxnSpPr>
          <p:cNvPr id="15" name="Straight Connector 14">
            <a:extLst>
              <a:ext uri="{FF2B5EF4-FFF2-40B4-BE49-F238E27FC236}">
                <a16:creationId xmlns:a16="http://schemas.microsoft.com/office/drawing/2014/main" id="{205EEF94-3B63-D373-CC51-B9014439F756}"/>
              </a:ext>
            </a:extLst>
          </p:cNvPr>
          <p:cNvCxnSpPr/>
          <p:nvPr/>
        </p:nvCxnSpPr>
        <p:spPr>
          <a:xfrm>
            <a:off x="4213613" y="2742709"/>
            <a:ext cx="0" cy="580594"/>
          </a:xfrm>
          <a:prstGeom prst="line">
            <a:avLst/>
          </a:prstGeom>
          <a:ln w="19050">
            <a:solidFill>
              <a:schemeClr val="bg1">
                <a:lumMod val="95000"/>
              </a:schemeClr>
            </a:solidFill>
            <a:prstDash val="dash"/>
          </a:ln>
        </p:spPr>
        <p:style>
          <a:lnRef idx="1">
            <a:schemeClr val="accent1"/>
          </a:lnRef>
          <a:fillRef idx="0">
            <a:schemeClr val="accent1"/>
          </a:fillRef>
          <a:effectRef idx="0">
            <a:schemeClr val="accent1"/>
          </a:effectRef>
          <a:fontRef idx="minor">
            <a:schemeClr val="tx1"/>
          </a:fontRef>
        </p:style>
      </p:cxnSp>
      <p:sp>
        <p:nvSpPr>
          <p:cNvPr id="17" name="Text 6">
            <a:extLst>
              <a:ext uri="{FF2B5EF4-FFF2-40B4-BE49-F238E27FC236}">
                <a16:creationId xmlns:a16="http://schemas.microsoft.com/office/drawing/2014/main" id="{BC323DC5-03DD-905E-0879-3AFEE522B150}"/>
              </a:ext>
            </a:extLst>
          </p:cNvPr>
          <p:cNvSpPr/>
          <p:nvPr/>
        </p:nvSpPr>
        <p:spPr>
          <a:xfrm>
            <a:off x="1523998" y="4045976"/>
            <a:ext cx="1789471" cy="319548"/>
          </a:xfrm>
          <a:prstGeom prst="rect">
            <a:avLst/>
          </a:prstGeom>
          <a:noFill/>
          <a:ln/>
        </p:spPr>
        <p:txBody>
          <a:bodyPr wrap="square" lIns="0" tIns="0" rIns="0" bIns="0" rtlCol="0" anchor="ctr"/>
          <a:lstStyle/>
          <a:p>
            <a:pPr algn="ctr"/>
            <a:r>
              <a:rPr lang="en-US" sz="1200" i="1" dirty="0">
                <a:solidFill>
                  <a:schemeClr val="bg1">
                    <a:lumMod val="85000"/>
                  </a:schemeClr>
                </a:solidFill>
                <a:latin typeface="Inter" pitchFamily="34" charset="0"/>
                <a:ea typeface="Inter" pitchFamily="34" charset="-122"/>
                <a:cs typeface="Inter" pitchFamily="34" charset="-120"/>
              </a:rPr>
              <a:t>No sovereignty</a:t>
            </a:r>
            <a:endParaRPr lang="en-US" sz="1200" b="1" i="1" dirty="0">
              <a:solidFill>
                <a:schemeClr val="bg1">
                  <a:lumMod val="85000"/>
                </a:schemeClr>
              </a:solidFill>
            </a:endParaRPr>
          </a:p>
        </p:txBody>
      </p:sp>
      <p:sp>
        <p:nvSpPr>
          <p:cNvPr id="18" name="Text 6">
            <a:extLst>
              <a:ext uri="{FF2B5EF4-FFF2-40B4-BE49-F238E27FC236}">
                <a16:creationId xmlns:a16="http://schemas.microsoft.com/office/drawing/2014/main" id="{78BDD08E-7320-2E8A-55A3-B1F55C505885}"/>
              </a:ext>
            </a:extLst>
          </p:cNvPr>
          <p:cNvSpPr/>
          <p:nvPr/>
        </p:nvSpPr>
        <p:spPr>
          <a:xfrm>
            <a:off x="3313469" y="4045976"/>
            <a:ext cx="1789471" cy="319548"/>
          </a:xfrm>
          <a:prstGeom prst="rect">
            <a:avLst/>
          </a:prstGeom>
          <a:noFill/>
          <a:ln/>
        </p:spPr>
        <p:txBody>
          <a:bodyPr wrap="square" lIns="0" tIns="0" rIns="0" bIns="0" rtlCol="0" anchor="ctr"/>
          <a:lstStyle/>
          <a:p>
            <a:pPr algn="ctr"/>
            <a:r>
              <a:rPr lang="en-US" sz="1200" i="1" dirty="0">
                <a:solidFill>
                  <a:schemeClr val="bg1">
                    <a:lumMod val="85000"/>
                  </a:schemeClr>
                </a:solidFill>
                <a:latin typeface="Inter" pitchFamily="34" charset="0"/>
                <a:ea typeface="Inter" pitchFamily="34" charset="-122"/>
                <a:cs typeface="Inter" pitchFamily="34" charset="-120"/>
              </a:rPr>
              <a:t>EU data location</a:t>
            </a:r>
            <a:endParaRPr lang="en-US" sz="1200" b="1" i="1" dirty="0">
              <a:solidFill>
                <a:schemeClr val="bg1">
                  <a:lumMod val="85000"/>
                </a:schemeClr>
              </a:solidFill>
            </a:endParaRPr>
          </a:p>
        </p:txBody>
      </p:sp>
      <p:sp>
        <p:nvSpPr>
          <p:cNvPr id="19" name="Text 6">
            <a:extLst>
              <a:ext uri="{FF2B5EF4-FFF2-40B4-BE49-F238E27FC236}">
                <a16:creationId xmlns:a16="http://schemas.microsoft.com/office/drawing/2014/main" id="{FBF8E4A2-D835-EF8E-0493-F774CF08029F}"/>
              </a:ext>
            </a:extLst>
          </p:cNvPr>
          <p:cNvSpPr/>
          <p:nvPr/>
        </p:nvSpPr>
        <p:spPr>
          <a:xfrm>
            <a:off x="5102941" y="4045976"/>
            <a:ext cx="1789471" cy="319548"/>
          </a:xfrm>
          <a:prstGeom prst="rect">
            <a:avLst/>
          </a:prstGeom>
          <a:noFill/>
          <a:ln/>
        </p:spPr>
        <p:txBody>
          <a:bodyPr wrap="square" lIns="0" tIns="0" rIns="0" bIns="0" rtlCol="0" anchor="ctr"/>
          <a:lstStyle/>
          <a:p>
            <a:pPr algn="ctr"/>
            <a:r>
              <a:rPr lang="en-US" sz="1200" i="1" dirty="0">
                <a:solidFill>
                  <a:schemeClr val="bg1">
                    <a:lumMod val="85000"/>
                  </a:schemeClr>
                </a:solidFill>
                <a:latin typeface="Inter" pitchFamily="34" charset="0"/>
                <a:ea typeface="Inter" pitchFamily="34" charset="-122"/>
                <a:cs typeface="Inter" pitchFamily="34" charset="-120"/>
              </a:rPr>
              <a:t>EU operations</a:t>
            </a:r>
            <a:endParaRPr lang="en-US" sz="1200" b="1" i="1" dirty="0">
              <a:solidFill>
                <a:schemeClr val="bg1">
                  <a:lumMod val="85000"/>
                </a:schemeClr>
              </a:solidFill>
            </a:endParaRPr>
          </a:p>
        </p:txBody>
      </p:sp>
      <p:sp>
        <p:nvSpPr>
          <p:cNvPr id="20" name="Text 6">
            <a:extLst>
              <a:ext uri="{FF2B5EF4-FFF2-40B4-BE49-F238E27FC236}">
                <a16:creationId xmlns:a16="http://schemas.microsoft.com/office/drawing/2014/main" id="{78D1CF74-A7AF-97AD-6C08-7A1368077E16}"/>
              </a:ext>
            </a:extLst>
          </p:cNvPr>
          <p:cNvSpPr/>
          <p:nvPr/>
        </p:nvSpPr>
        <p:spPr>
          <a:xfrm>
            <a:off x="6892411" y="4045976"/>
            <a:ext cx="1789471" cy="319548"/>
          </a:xfrm>
          <a:prstGeom prst="rect">
            <a:avLst/>
          </a:prstGeom>
          <a:noFill/>
          <a:ln/>
        </p:spPr>
        <p:txBody>
          <a:bodyPr wrap="square" lIns="0" tIns="0" rIns="0" bIns="0" rtlCol="0" anchor="ctr"/>
          <a:lstStyle/>
          <a:p>
            <a:pPr algn="ctr"/>
            <a:r>
              <a:rPr lang="en-US" sz="1200" i="1" dirty="0">
                <a:solidFill>
                  <a:schemeClr val="bg1">
                    <a:lumMod val="85000"/>
                  </a:schemeClr>
                </a:solidFill>
                <a:latin typeface="Inter" pitchFamily="34" charset="0"/>
                <a:ea typeface="Inter" pitchFamily="34" charset="-122"/>
                <a:cs typeface="Inter" pitchFamily="34" charset="-120"/>
              </a:rPr>
              <a:t>EU control plane</a:t>
            </a:r>
            <a:endParaRPr lang="en-US" sz="1200" b="1" i="1" dirty="0">
              <a:solidFill>
                <a:schemeClr val="bg1">
                  <a:lumMod val="85000"/>
                </a:schemeClr>
              </a:solidFill>
            </a:endParaRPr>
          </a:p>
        </p:txBody>
      </p:sp>
      <p:sp>
        <p:nvSpPr>
          <p:cNvPr id="21" name="Text 6">
            <a:extLst>
              <a:ext uri="{FF2B5EF4-FFF2-40B4-BE49-F238E27FC236}">
                <a16:creationId xmlns:a16="http://schemas.microsoft.com/office/drawing/2014/main" id="{B47A872E-9EB9-D312-8514-86613E6444CB}"/>
              </a:ext>
            </a:extLst>
          </p:cNvPr>
          <p:cNvSpPr/>
          <p:nvPr/>
        </p:nvSpPr>
        <p:spPr>
          <a:xfrm>
            <a:off x="8681884" y="4045976"/>
            <a:ext cx="1789471" cy="319548"/>
          </a:xfrm>
          <a:prstGeom prst="rect">
            <a:avLst/>
          </a:prstGeom>
          <a:noFill/>
          <a:ln/>
        </p:spPr>
        <p:txBody>
          <a:bodyPr wrap="square" lIns="0" tIns="0" rIns="0" bIns="0" rtlCol="0" anchor="ctr"/>
          <a:lstStyle/>
          <a:p>
            <a:pPr algn="ctr"/>
            <a:r>
              <a:rPr lang="en-US" sz="1200" i="1" dirty="0">
                <a:solidFill>
                  <a:schemeClr val="bg1">
                    <a:lumMod val="85000"/>
                  </a:schemeClr>
                </a:solidFill>
                <a:latin typeface="Inter" pitchFamily="34" charset="0"/>
                <a:ea typeface="Inter" pitchFamily="34" charset="-122"/>
                <a:cs typeface="Inter" pitchFamily="34" charset="-120"/>
              </a:rPr>
              <a:t>EU supply chain</a:t>
            </a:r>
            <a:endParaRPr lang="en-US" sz="1200" b="1" i="1" dirty="0">
              <a:solidFill>
                <a:schemeClr val="bg1">
                  <a:lumMod val="85000"/>
                </a:schemeClr>
              </a:solidFill>
            </a:endParaRPr>
          </a:p>
        </p:txBody>
      </p:sp>
      <p:sp>
        <p:nvSpPr>
          <p:cNvPr id="23" name="Right Brace 22">
            <a:extLst>
              <a:ext uri="{FF2B5EF4-FFF2-40B4-BE49-F238E27FC236}">
                <a16:creationId xmlns:a16="http://schemas.microsoft.com/office/drawing/2014/main" id="{3DBF9EAC-829A-9DB7-593F-23B85B689B44}"/>
              </a:ext>
            </a:extLst>
          </p:cNvPr>
          <p:cNvSpPr/>
          <p:nvPr/>
        </p:nvSpPr>
        <p:spPr>
          <a:xfrm rot="5400000">
            <a:off x="5769075" y="1978251"/>
            <a:ext cx="457197" cy="5368412"/>
          </a:xfrm>
          <a:prstGeom prst="rightBrace">
            <a:avLst>
              <a:gd name="adj1" fmla="val 0"/>
              <a:gd name="adj2" fmla="val 50017"/>
            </a:avLst>
          </a:prstGeom>
          <a:ln w="19050">
            <a:solidFill>
              <a:schemeClr val="bg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pic>
        <p:nvPicPr>
          <p:cNvPr id="26" name="Picture 25" descr="Microsoft Logo Transparent Transparent HQ PNG Download | FreePNGimg">
            <a:extLst>
              <a:ext uri="{FF2B5EF4-FFF2-40B4-BE49-F238E27FC236}">
                <a16:creationId xmlns:a16="http://schemas.microsoft.com/office/drawing/2014/main" id="{5AD25DE1-7E3B-C62E-FF2D-83194C0513E0}"/>
              </a:ext>
            </a:extLst>
          </p:cNvPr>
          <p:cNvPicPr>
            <a:picLocks noChangeAspect="1"/>
          </p:cNvPicPr>
          <p:nvPr/>
        </p:nvPicPr>
        <p:blipFill>
          <a:blip r:embed="rId3"/>
          <a:stretch>
            <a:fillRect/>
          </a:stretch>
        </p:blipFill>
        <p:spPr>
          <a:xfrm>
            <a:off x="5050394" y="4785550"/>
            <a:ext cx="1894557" cy="695997"/>
          </a:xfrm>
          <a:prstGeom prst="rect">
            <a:avLst/>
          </a:prstGeom>
        </p:spPr>
      </p:pic>
    </p:spTree>
    <p:extLst>
      <p:ext uri="{BB962C8B-B14F-4D97-AF65-F5344CB8AC3E}">
        <p14:creationId xmlns:p14="http://schemas.microsoft.com/office/powerpoint/2010/main" val="4105023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0-#ppt_w/2"/>
                                          </p:val>
                                        </p:tav>
                                        <p:tav tm="100000">
                                          <p:val>
                                            <p:strVal val="#ppt_x"/>
                                          </p:val>
                                        </p:tav>
                                      </p:tavLst>
                                    </p:anim>
                                    <p:anim calcmode="lin" valueType="num">
                                      <p:cBhvr additive="base">
                                        <p:cTn id="18" dur="500" fill="hold"/>
                                        <p:tgtEl>
                                          <p:spTgt spid="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0-#ppt_w/2"/>
                                          </p:val>
                                        </p:tav>
                                        <p:tav tm="100000">
                                          <p:val>
                                            <p:strVal val="#ppt_x"/>
                                          </p:val>
                                        </p:tav>
                                      </p:tavLst>
                                    </p:anim>
                                    <p:anim calcmode="lin" valueType="num">
                                      <p:cBhvr additive="base">
                                        <p:cTn id="23" dur="500" fill="hold"/>
                                        <p:tgtEl>
                                          <p:spTgt spid="8"/>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par>
                          <p:cTn id="29" fill="hold">
                            <p:stCondLst>
                              <p:cond delay="2500"/>
                            </p:stCondLst>
                            <p:childTnLst>
                              <p:par>
                                <p:cTn id="30" presetID="10" presetClass="entr" presetSubtype="0" fill="hold" grpId="0"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par>
                          <p:cTn id="33" fill="hold">
                            <p:stCondLst>
                              <p:cond delay="3000"/>
                            </p:stCondLst>
                            <p:childTnLst>
                              <p:par>
                                <p:cTn id="34" presetID="10" presetClass="entr" presetSubtype="0" fill="hold" grpId="0"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par>
                          <p:cTn id="37" fill="hold">
                            <p:stCondLst>
                              <p:cond delay="3500"/>
                            </p:stCondLst>
                            <p:childTnLst>
                              <p:par>
                                <p:cTn id="38" presetID="10" presetClass="entr" presetSubtype="0"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par>
                          <p:cTn id="41" fill="hold">
                            <p:stCondLst>
                              <p:cond delay="4000"/>
                            </p:stCondLst>
                            <p:childTnLst>
                              <p:par>
                                <p:cTn id="42" presetID="10" presetClass="entr" presetSubtype="0" fill="hold" grpId="0"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childTnLst>
                          </p:cTn>
                        </p:par>
                        <p:par>
                          <p:cTn id="45" fill="hold">
                            <p:stCondLst>
                              <p:cond delay="4500"/>
                            </p:stCondLst>
                            <p:childTnLst>
                              <p:par>
                                <p:cTn id="46" presetID="10" presetClass="entr" presetSubtype="0" fill="hold" grpId="0" nodeType="after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childTnLst>
                          </p:cTn>
                        </p:par>
                        <p:par>
                          <p:cTn id="49" fill="hold">
                            <p:stCondLst>
                              <p:cond delay="5000"/>
                            </p:stCondLst>
                            <p:childTnLst>
                              <p:par>
                                <p:cTn id="50" presetID="10" presetClass="entr" presetSubtype="0" fill="hold" grpId="0" nodeType="after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par>
                                <p:cTn id="53" presetID="10" presetClass="entr" presetSubtype="0" fill="hold"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childTnLst>
                          </p:cTn>
                        </p:par>
                        <p:par>
                          <p:cTn id="56" fill="hold">
                            <p:stCondLst>
                              <p:cond delay="5500"/>
                            </p:stCondLst>
                            <p:childTnLst>
                              <p:par>
                                <p:cTn id="57" presetID="2" presetClass="entr" presetSubtype="4" fill="hold" grpId="0" nodeType="after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additive="base">
                                        <p:cTn id="59" dur="500" fill="hold"/>
                                        <p:tgtEl>
                                          <p:spTgt spid="23"/>
                                        </p:tgtEl>
                                        <p:attrNameLst>
                                          <p:attrName>ppt_x</p:attrName>
                                        </p:attrNameLst>
                                      </p:cBhvr>
                                      <p:tavLst>
                                        <p:tav tm="0">
                                          <p:val>
                                            <p:strVal val="#ppt_x"/>
                                          </p:val>
                                        </p:tav>
                                        <p:tav tm="100000">
                                          <p:val>
                                            <p:strVal val="#ppt_x"/>
                                          </p:val>
                                        </p:tav>
                                      </p:tavLst>
                                    </p:anim>
                                    <p:anim calcmode="lin" valueType="num">
                                      <p:cBhvr additive="base">
                                        <p:cTn id="60" dur="500" fill="hold"/>
                                        <p:tgtEl>
                                          <p:spTgt spid="23"/>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26"/>
                                        </p:tgtEl>
                                        <p:attrNameLst>
                                          <p:attrName>style.visibility</p:attrName>
                                        </p:attrNameLst>
                                      </p:cBhvr>
                                      <p:to>
                                        <p:strVal val="visible"/>
                                      </p:to>
                                    </p:set>
                                    <p:anim calcmode="lin" valueType="num">
                                      <p:cBhvr additive="base">
                                        <p:cTn id="63" dur="500" fill="hold"/>
                                        <p:tgtEl>
                                          <p:spTgt spid="26"/>
                                        </p:tgtEl>
                                        <p:attrNameLst>
                                          <p:attrName>ppt_x</p:attrName>
                                        </p:attrNameLst>
                                      </p:cBhvr>
                                      <p:tavLst>
                                        <p:tav tm="0">
                                          <p:val>
                                            <p:strVal val="#ppt_x"/>
                                          </p:val>
                                        </p:tav>
                                        <p:tav tm="100000">
                                          <p:val>
                                            <p:strVal val="#ppt_x"/>
                                          </p:val>
                                        </p:tav>
                                      </p:tavLst>
                                    </p:anim>
                                    <p:anim calcmode="lin" valueType="num">
                                      <p:cBhvr additive="base">
                                        <p:cTn id="6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1" grpId="0" animBg="1"/>
      <p:bldP spid="12" grpId="0" animBg="1"/>
      <p:bldP spid="17" grpId="0" animBg="1"/>
      <p:bldP spid="18" grpId="0" animBg="1"/>
      <p:bldP spid="19" grpId="0" animBg="1"/>
      <p:bldP spid="20" grpId="0" animBg="1"/>
      <p:bldP spid="21" grpId="0" animBg="1"/>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a:extLst>
            <a:ext uri="{FF2B5EF4-FFF2-40B4-BE49-F238E27FC236}">
              <a16:creationId xmlns:a16="http://schemas.microsoft.com/office/drawing/2014/main" id="{3415EC9B-518B-C19A-D2BE-E6487ECA2D2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CF6729B-D99A-D22F-B3C4-875F5BCC6FD9}"/>
              </a:ext>
            </a:extLst>
          </p:cNvPr>
          <p:cNvSpPr/>
          <p:nvPr/>
        </p:nvSpPr>
        <p:spPr>
          <a:xfrm>
            <a:off x="640080" y="59436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3. what sovereignty really means</a:t>
            </a:r>
            <a:endParaRPr lang="en-US" sz="1300" dirty="0"/>
          </a:p>
        </p:txBody>
      </p:sp>
      <p:sp>
        <p:nvSpPr>
          <p:cNvPr id="3" name="Text 1">
            <a:extLst>
              <a:ext uri="{FF2B5EF4-FFF2-40B4-BE49-F238E27FC236}">
                <a16:creationId xmlns:a16="http://schemas.microsoft.com/office/drawing/2014/main" id="{944CB87E-09D0-2ACA-E737-01AEAB17E8CE}"/>
              </a:ext>
            </a:extLst>
          </p:cNvPr>
          <p:cNvSpPr/>
          <p:nvPr/>
        </p:nvSpPr>
        <p:spPr>
          <a:xfrm>
            <a:off x="640080" y="1005840"/>
            <a:ext cx="10515600" cy="731520"/>
          </a:xfrm>
          <a:prstGeom prst="rect">
            <a:avLst/>
          </a:prstGeom>
          <a:noFill/>
          <a:ln/>
        </p:spPr>
        <p:txBody>
          <a:bodyPr wrap="square" lIns="0" tIns="0" rIns="0" bIns="0" rtlCol="0" anchor="ctr"/>
          <a:lstStyle/>
          <a:p>
            <a:pPr marL="0" indent="0">
              <a:buNone/>
            </a:pPr>
            <a:r>
              <a:rPr lang="en-US" sz="3000" b="1" dirty="0">
                <a:solidFill>
                  <a:srgbClr val="FFFFFF"/>
                </a:solidFill>
                <a:latin typeface="Space Grotesk" pitchFamily="34" charset="0"/>
                <a:ea typeface="Space Grotesk" pitchFamily="34" charset="-122"/>
                <a:cs typeface="Space Grotesk" pitchFamily="34" charset="-120"/>
              </a:rPr>
              <a:t>Different workloads, different level of sovereignty</a:t>
            </a:r>
            <a:endParaRPr lang="en-US" sz="3000" dirty="0"/>
          </a:p>
        </p:txBody>
      </p:sp>
      <p:sp>
        <p:nvSpPr>
          <p:cNvPr id="4" name="Shape 2">
            <a:extLst>
              <a:ext uri="{FF2B5EF4-FFF2-40B4-BE49-F238E27FC236}">
                <a16:creationId xmlns:a16="http://schemas.microsoft.com/office/drawing/2014/main" id="{C9CB52F8-78CE-F40F-C477-722DE289DCF5}"/>
              </a:ext>
            </a:extLst>
          </p:cNvPr>
          <p:cNvSpPr/>
          <p:nvPr/>
        </p:nvSpPr>
        <p:spPr>
          <a:xfrm>
            <a:off x="640080" y="1965960"/>
            <a:ext cx="10881360" cy="3520440"/>
          </a:xfrm>
          <a:prstGeom prst="roundRect">
            <a:avLst>
              <a:gd name="adj" fmla="val 2597"/>
            </a:avLst>
          </a:prstGeom>
          <a:solidFill>
            <a:srgbClr val="1A1A19"/>
          </a:solidFill>
          <a:ln w="12700">
            <a:solidFill>
              <a:srgbClr val="27272A"/>
            </a:solidFill>
            <a:prstDash val="solid"/>
          </a:ln>
        </p:spPr>
        <p:txBody>
          <a:bodyPr/>
          <a:lstStyle/>
          <a:p>
            <a:endParaRPr lang="en-NL"/>
          </a:p>
        </p:txBody>
      </p:sp>
      <p:sp>
        <p:nvSpPr>
          <p:cNvPr id="5" name="Rounded Rectangle 4">
            <a:extLst>
              <a:ext uri="{FF2B5EF4-FFF2-40B4-BE49-F238E27FC236}">
                <a16:creationId xmlns:a16="http://schemas.microsoft.com/office/drawing/2014/main" id="{E0AE576B-F826-66E5-D3DD-01E6B77BA71C}"/>
              </a:ext>
            </a:extLst>
          </p:cNvPr>
          <p:cNvSpPr/>
          <p:nvPr/>
        </p:nvSpPr>
        <p:spPr>
          <a:xfrm>
            <a:off x="1524000" y="4343404"/>
            <a:ext cx="1789471" cy="589935"/>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1" dirty="0">
                <a:latin typeface="Inter Black" panose="02000503000000020004" pitchFamily="2" charset="0"/>
                <a:ea typeface="Inter Black" panose="02000503000000020004" pitchFamily="2" charset="0"/>
              </a:rPr>
              <a:t>0</a:t>
            </a:r>
          </a:p>
        </p:txBody>
      </p:sp>
      <p:sp>
        <p:nvSpPr>
          <p:cNvPr id="6" name="Rounded Rectangle 5">
            <a:extLst>
              <a:ext uri="{FF2B5EF4-FFF2-40B4-BE49-F238E27FC236}">
                <a16:creationId xmlns:a16="http://schemas.microsoft.com/office/drawing/2014/main" id="{47A4DB6C-C36A-6ADC-FFC0-99721B25E9A2}"/>
              </a:ext>
            </a:extLst>
          </p:cNvPr>
          <p:cNvSpPr/>
          <p:nvPr/>
        </p:nvSpPr>
        <p:spPr>
          <a:xfrm>
            <a:off x="3313471" y="4343403"/>
            <a:ext cx="1789471" cy="589935"/>
          </a:xfrm>
          <a:prstGeom prst="round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1" dirty="0">
                <a:latin typeface="Inter Black" panose="02000503000000020004" pitchFamily="2" charset="0"/>
                <a:ea typeface="Inter Black" panose="02000503000000020004" pitchFamily="2" charset="0"/>
              </a:rPr>
              <a:t>1</a:t>
            </a:r>
          </a:p>
        </p:txBody>
      </p:sp>
      <p:sp>
        <p:nvSpPr>
          <p:cNvPr id="7" name="Rounded Rectangle 6">
            <a:extLst>
              <a:ext uri="{FF2B5EF4-FFF2-40B4-BE49-F238E27FC236}">
                <a16:creationId xmlns:a16="http://schemas.microsoft.com/office/drawing/2014/main" id="{92B40B7C-B280-B831-8220-D8A6A3AF0E8F}"/>
              </a:ext>
            </a:extLst>
          </p:cNvPr>
          <p:cNvSpPr/>
          <p:nvPr/>
        </p:nvSpPr>
        <p:spPr>
          <a:xfrm>
            <a:off x="5102942" y="4343402"/>
            <a:ext cx="1789471" cy="589935"/>
          </a:xfrm>
          <a:prstGeom prst="round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1" dirty="0">
                <a:latin typeface="Inter Black" panose="02000503000000020004" pitchFamily="2" charset="0"/>
                <a:ea typeface="Inter Black" panose="02000503000000020004" pitchFamily="2" charset="0"/>
              </a:rPr>
              <a:t>2</a:t>
            </a:r>
          </a:p>
        </p:txBody>
      </p:sp>
      <p:sp>
        <p:nvSpPr>
          <p:cNvPr id="8" name="Rounded Rectangle 7">
            <a:extLst>
              <a:ext uri="{FF2B5EF4-FFF2-40B4-BE49-F238E27FC236}">
                <a16:creationId xmlns:a16="http://schemas.microsoft.com/office/drawing/2014/main" id="{6B275B9D-610A-51CF-9EAA-684B93235E3A}"/>
              </a:ext>
            </a:extLst>
          </p:cNvPr>
          <p:cNvSpPr/>
          <p:nvPr/>
        </p:nvSpPr>
        <p:spPr>
          <a:xfrm>
            <a:off x="6892413" y="4343401"/>
            <a:ext cx="1789471" cy="589935"/>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1" dirty="0">
                <a:latin typeface="Inter Black" panose="02000503000000020004" pitchFamily="2" charset="0"/>
                <a:ea typeface="Inter Black" panose="02000503000000020004" pitchFamily="2" charset="0"/>
              </a:rPr>
              <a:t>3</a:t>
            </a:r>
          </a:p>
        </p:txBody>
      </p:sp>
      <p:sp>
        <p:nvSpPr>
          <p:cNvPr id="11" name="Rounded Rectangle 10">
            <a:extLst>
              <a:ext uri="{FF2B5EF4-FFF2-40B4-BE49-F238E27FC236}">
                <a16:creationId xmlns:a16="http://schemas.microsoft.com/office/drawing/2014/main" id="{E15F74F0-1F29-E9E1-2969-BD6EC4624841}"/>
              </a:ext>
            </a:extLst>
          </p:cNvPr>
          <p:cNvSpPr/>
          <p:nvPr/>
        </p:nvSpPr>
        <p:spPr>
          <a:xfrm>
            <a:off x="8681884" y="4343400"/>
            <a:ext cx="1789471" cy="589935"/>
          </a:xfrm>
          <a:prstGeom prst="roundRect">
            <a:avLst/>
          </a:prstGeom>
          <a:solidFill>
            <a:srgbClr val="22570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b="1" dirty="0">
                <a:latin typeface="Inter Black" panose="02000503000000020004" pitchFamily="2" charset="0"/>
                <a:ea typeface="Inter Black" panose="02000503000000020004" pitchFamily="2" charset="0"/>
              </a:rPr>
              <a:t>4</a:t>
            </a:r>
          </a:p>
        </p:txBody>
      </p:sp>
      <p:sp>
        <p:nvSpPr>
          <p:cNvPr id="17" name="Text 6">
            <a:extLst>
              <a:ext uri="{FF2B5EF4-FFF2-40B4-BE49-F238E27FC236}">
                <a16:creationId xmlns:a16="http://schemas.microsoft.com/office/drawing/2014/main" id="{3C33DCB5-958D-48E7-9A78-E4B74A9D6B16}"/>
              </a:ext>
            </a:extLst>
          </p:cNvPr>
          <p:cNvSpPr/>
          <p:nvPr/>
        </p:nvSpPr>
        <p:spPr>
          <a:xfrm>
            <a:off x="1523998" y="4960378"/>
            <a:ext cx="1789471" cy="319548"/>
          </a:xfrm>
          <a:prstGeom prst="rect">
            <a:avLst/>
          </a:prstGeom>
          <a:noFill/>
          <a:ln/>
        </p:spPr>
        <p:txBody>
          <a:bodyPr wrap="square" lIns="0" tIns="0" rIns="0" bIns="0" rtlCol="0" anchor="ctr"/>
          <a:lstStyle/>
          <a:p>
            <a:pPr algn="ctr"/>
            <a:r>
              <a:rPr lang="en-US" sz="1200" i="1" dirty="0">
                <a:solidFill>
                  <a:schemeClr val="bg1">
                    <a:lumMod val="85000"/>
                  </a:schemeClr>
                </a:solidFill>
                <a:latin typeface="Inter" pitchFamily="34" charset="0"/>
                <a:ea typeface="Inter" pitchFamily="34" charset="-122"/>
                <a:cs typeface="Inter" pitchFamily="34" charset="-120"/>
              </a:rPr>
              <a:t>No sovereignty</a:t>
            </a:r>
            <a:endParaRPr lang="en-US" sz="1200" b="1" i="1" dirty="0">
              <a:solidFill>
                <a:schemeClr val="bg1">
                  <a:lumMod val="85000"/>
                </a:schemeClr>
              </a:solidFill>
            </a:endParaRPr>
          </a:p>
        </p:txBody>
      </p:sp>
      <p:sp>
        <p:nvSpPr>
          <p:cNvPr id="18" name="Text 6">
            <a:extLst>
              <a:ext uri="{FF2B5EF4-FFF2-40B4-BE49-F238E27FC236}">
                <a16:creationId xmlns:a16="http://schemas.microsoft.com/office/drawing/2014/main" id="{F17D3205-3B11-6705-63F9-50A40CE6BCED}"/>
              </a:ext>
            </a:extLst>
          </p:cNvPr>
          <p:cNvSpPr/>
          <p:nvPr/>
        </p:nvSpPr>
        <p:spPr>
          <a:xfrm>
            <a:off x="3313469" y="4960378"/>
            <a:ext cx="1789471" cy="319548"/>
          </a:xfrm>
          <a:prstGeom prst="rect">
            <a:avLst/>
          </a:prstGeom>
          <a:noFill/>
          <a:ln/>
        </p:spPr>
        <p:txBody>
          <a:bodyPr wrap="square" lIns="0" tIns="0" rIns="0" bIns="0" rtlCol="0" anchor="ctr"/>
          <a:lstStyle/>
          <a:p>
            <a:pPr algn="ctr"/>
            <a:r>
              <a:rPr lang="en-US" sz="1200" i="1" dirty="0">
                <a:solidFill>
                  <a:schemeClr val="bg1">
                    <a:lumMod val="85000"/>
                  </a:schemeClr>
                </a:solidFill>
                <a:latin typeface="Inter" pitchFamily="34" charset="0"/>
                <a:ea typeface="Inter" pitchFamily="34" charset="-122"/>
                <a:cs typeface="Inter" pitchFamily="34" charset="-120"/>
              </a:rPr>
              <a:t>EU data location</a:t>
            </a:r>
            <a:endParaRPr lang="en-US" sz="1200" b="1" i="1" dirty="0">
              <a:solidFill>
                <a:schemeClr val="bg1">
                  <a:lumMod val="85000"/>
                </a:schemeClr>
              </a:solidFill>
            </a:endParaRPr>
          </a:p>
        </p:txBody>
      </p:sp>
      <p:sp>
        <p:nvSpPr>
          <p:cNvPr id="19" name="Text 6">
            <a:extLst>
              <a:ext uri="{FF2B5EF4-FFF2-40B4-BE49-F238E27FC236}">
                <a16:creationId xmlns:a16="http://schemas.microsoft.com/office/drawing/2014/main" id="{BE1A596E-C8BA-5EC4-A2F3-47DFD34765D8}"/>
              </a:ext>
            </a:extLst>
          </p:cNvPr>
          <p:cNvSpPr/>
          <p:nvPr/>
        </p:nvSpPr>
        <p:spPr>
          <a:xfrm>
            <a:off x="5102941" y="4960378"/>
            <a:ext cx="1789471" cy="319548"/>
          </a:xfrm>
          <a:prstGeom prst="rect">
            <a:avLst/>
          </a:prstGeom>
          <a:noFill/>
          <a:ln/>
        </p:spPr>
        <p:txBody>
          <a:bodyPr wrap="square" lIns="0" tIns="0" rIns="0" bIns="0" rtlCol="0" anchor="ctr"/>
          <a:lstStyle/>
          <a:p>
            <a:pPr algn="ctr"/>
            <a:r>
              <a:rPr lang="en-US" sz="1200" i="1" dirty="0">
                <a:solidFill>
                  <a:schemeClr val="bg1">
                    <a:lumMod val="85000"/>
                  </a:schemeClr>
                </a:solidFill>
                <a:latin typeface="Inter" pitchFamily="34" charset="0"/>
                <a:ea typeface="Inter" pitchFamily="34" charset="-122"/>
                <a:cs typeface="Inter" pitchFamily="34" charset="-120"/>
              </a:rPr>
              <a:t>EU operations</a:t>
            </a:r>
            <a:endParaRPr lang="en-US" sz="1200" b="1" i="1" dirty="0">
              <a:solidFill>
                <a:schemeClr val="bg1">
                  <a:lumMod val="85000"/>
                </a:schemeClr>
              </a:solidFill>
            </a:endParaRPr>
          </a:p>
        </p:txBody>
      </p:sp>
      <p:sp>
        <p:nvSpPr>
          <p:cNvPr id="20" name="Text 6">
            <a:extLst>
              <a:ext uri="{FF2B5EF4-FFF2-40B4-BE49-F238E27FC236}">
                <a16:creationId xmlns:a16="http://schemas.microsoft.com/office/drawing/2014/main" id="{76729A48-5F0A-8979-FECD-79137F4FBF5D}"/>
              </a:ext>
            </a:extLst>
          </p:cNvPr>
          <p:cNvSpPr/>
          <p:nvPr/>
        </p:nvSpPr>
        <p:spPr>
          <a:xfrm>
            <a:off x="6892411" y="4960378"/>
            <a:ext cx="1789471" cy="319548"/>
          </a:xfrm>
          <a:prstGeom prst="rect">
            <a:avLst/>
          </a:prstGeom>
          <a:noFill/>
          <a:ln/>
        </p:spPr>
        <p:txBody>
          <a:bodyPr wrap="square" lIns="0" tIns="0" rIns="0" bIns="0" rtlCol="0" anchor="ctr"/>
          <a:lstStyle/>
          <a:p>
            <a:pPr algn="ctr"/>
            <a:r>
              <a:rPr lang="en-US" sz="1200" i="1" dirty="0">
                <a:solidFill>
                  <a:schemeClr val="bg1">
                    <a:lumMod val="85000"/>
                  </a:schemeClr>
                </a:solidFill>
                <a:latin typeface="Inter" pitchFamily="34" charset="0"/>
                <a:ea typeface="Inter" pitchFamily="34" charset="-122"/>
                <a:cs typeface="Inter" pitchFamily="34" charset="-120"/>
              </a:rPr>
              <a:t>EU control plane</a:t>
            </a:r>
            <a:endParaRPr lang="en-US" sz="1200" b="1" i="1" dirty="0">
              <a:solidFill>
                <a:schemeClr val="bg1">
                  <a:lumMod val="85000"/>
                </a:schemeClr>
              </a:solidFill>
            </a:endParaRPr>
          </a:p>
        </p:txBody>
      </p:sp>
      <p:sp>
        <p:nvSpPr>
          <p:cNvPr id="21" name="Text 6">
            <a:extLst>
              <a:ext uri="{FF2B5EF4-FFF2-40B4-BE49-F238E27FC236}">
                <a16:creationId xmlns:a16="http://schemas.microsoft.com/office/drawing/2014/main" id="{192456D9-0AC7-3E43-EDA0-71BDC8F28CD9}"/>
              </a:ext>
            </a:extLst>
          </p:cNvPr>
          <p:cNvSpPr/>
          <p:nvPr/>
        </p:nvSpPr>
        <p:spPr>
          <a:xfrm>
            <a:off x="8681884" y="4960378"/>
            <a:ext cx="1789471" cy="319548"/>
          </a:xfrm>
          <a:prstGeom prst="rect">
            <a:avLst/>
          </a:prstGeom>
          <a:noFill/>
          <a:ln/>
        </p:spPr>
        <p:txBody>
          <a:bodyPr wrap="square" lIns="0" tIns="0" rIns="0" bIns="0" rtlCol="0" anchor="ctr"/>
          <a:lstStyle/>
          <a:p>
            <a:pPr algn="ctr"/>
            <a:r>
              <a:rPr lang="en-US" sz="1200" i="1" dirty="0">
                <a:solidFill>
                  <a:schemeClr val="bg1">
                    <a:lumMod val="85000"/>
                  </a:schemeClr>
                </a:solidFill>
                <a:latin typeface="Inter" pitchFamily="34" charset="0"/>
                <a:ea typeface="Inter" pitchFamily="34" charset="-122"/>
                <a:cs typeface="Inter" pitchFamily="34" charset="-120"/>
              </a:rPr>
              <a:t>EU supply chain</a:t>
            </a:r>
            <a:endParaRPr lang="en-US" sz="1200" b="1" i="1" dirty="0">
              <a:solidFill>
                <a:schemeClr val="bg1">
                  <a:lumMod val="85000"/>
                </a:schemeClr>
              </a:solidFill>
            </a:endParaRPr>
          </a:p>
        </p:txBody>
      </p:sp>
      <p:sp>
        <p:nvSpPr>
          <p:cNvPr id="10" name="Rounded Rectangle 9">
            <a:extLst>
              <a:ext uri="{FF2B5EF4-FFF2-40B4-BE49-F238E27FC236}">
                <a16:creationId xmlns:a16="http://schemas.microsoft.com/office/drawing/2014/main" id="{C921B1AF-6F9E-5F9F-3882-12024B8CC00E}"/>
              </a:ext>
            </a:extLst>
          </p:cNvPr>
          <p:cNvSpPr/>
          <p:nvPr/>
        </p:nvSpPr>
        <p:spPr>
          <a:xfrm>
            <a:off x="3401957" y="3625891"/>
            <a:ext cx="1612493" cy="488912"/>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200" dirty="0">
                <a:latin typeface="Inter Light" panose="02000503000000020004" pitchFamily="2" charset="0"/>
                <a:ea typeface="Inter Light" panose="02000503000000020004" pitchFamily="2" charset="0"/>
              </a:rPr>
              <a:t>Public facing content</a:t>
            </a:r>
          </a:p>
        </p:txBody>
      </p:sp>
      <p:sp>
        <p:nvSpPr>
          <p:cNvPr id="13" name="Rounded Rectangle 12">
            <a:extLst>
              <a:ext uri="{FF2B5EF4-FFF2-40B4-BE49-F238E27FC236}">
                <a16:creationId xmlns:a16="http://schemas.microsoft.com/office/drawing/2014/main" id="{E1BFE618-E74F-0387-208A-BB0C4DE300D2}"/>
              </a:ext>
            </a:extLst>
          </p:cNvPr>
          <p:cNvSpPr/>
          <p:nvPr/>
        </p:nvSpPr>
        <p:spPr>
          <a:xfrm>
            <a:off x="3417689" y="2987653"/>
            <a:ext cx="1612494" cy="488912"/>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200" dirty="0">
                <a:latin typeface="Inter Light" panose="02000503000000020004" pitchFamily="2" charset="0"/>
                <a:ea typeface="Inter Light" panose="02000503000000020004" pitchFamily="2" charset="0"/>
              </a:rPr>
              <a:t>Non-sensitive analytics</a:t>
            </a:r>
          </a:p>
        </p:txBody>
      </p:sp>
      <p:sp>
        <p:nvSpPr>
          <p:cNvPr id="16" name="Rounded Rectangle 15">
            <a:extLst>
              <a:ext uri="{FF2B5EF4-FFF2-40B4-BE49-F238E27FC236}">
                <a16:creationId xmlns:a16="http://schemas.microsoft.com/office/drawing/2014/main" id="{F1CCACFA-C833-ABE4-84FA-FE5D4CB7CCF1}"/>
              </a:ext>
            </a:extLst>
          </p:cNvPr>
          <p:cNvSpPr/>
          <p:nvPr/>
        </p:nvSpPr>
        <p:spPr>
          <a:xfrm>
            <a:off x="5191429" y="3625891"/>
            <a:ext cx="1612493" cy="488912"/>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200" dirty="0">
                <a:latin typeface="Inter Light" panose="02000503000000020004" pitchFamily="2" charset="0"/>
                <a:ea typeface="Inter Light" panose="02000503000000020004" pitchFamily="2" charset="0"/>
              </a:rPr>
              <a:t>Internal operational data</a:t>
            </a:r>
          </a:p>
        </p:txBody>
      </p:sp>
      <p:sp>
        <p:nvSpPr>
          <p:cNvPr id="22" name="Rounded Rectangle 21">
            <a:extLst>
              <a:ext uri="{FF2B5EF4-FFF2-40B4-BE49-F238E27FC236}">
                <a16:creationId xmlns:a16="http://schemas.microsoft.com/office/drawing/2014/main" id="{CA224B6F-2DB7-15D3-C773-BFF5274A741D}"/>
              </a:ext>
            </a:extLst>
          </p:cNvPr>
          <p:cNvSpPr/>
          <p:nvPr/>
        </p:nvSpPr>
        <p:spPr>
          <a:xfrm>
            <a:off x="6980901" y="3648015"/>
            <a:ext cx="1612493" cy="488912"/>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200" dirty="0">
                <a:latin typeface="Inter Light" panose="02000503000000020004" pitchFamily="2" charset="0"/>
                <a:ea typeface="Inter Light" panose="02000503000000020004" pitchFamily="2" charset="0"/>
              </a:rPr>
              <a:t>(Privacy) sensitive data</a:t>
            </a:r>
          </a:p>
        </p:txBody>
      </p:sp>
      <p:sp>
        <p:nvSpPr>
          <p:cNvPr id="24" name="Rounded Rectangle 23">
            <a:extLst>
              <a:ext uri="{FF2B5EF4-FFF2-40B4-BE49-F238E27FC236}">
                <a16:creationId xmlns:a16="http://schemas.microsoft.com/office/drawing/2014/main" id="{D8848BE1-708E-0AD9-005C-47D9C36F2A1F}"/>
              </a:ext>
            </a:extLst>
          </p:cNvPr>
          <p:cNvSpPr/>
          <p:nvPr/>
        </p:nvSpPr>
        <p:spPr>
          <a:xfrm>
            <a:off x="6980899" y="2987653"/>
            <a:ext cx="1612493" cy="488912"/>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200" dirty="0">
                <a:latin typeface="Inter Light" panose="02000503000000020004" pitchFamily="2" charset="0"/>
                <a:ea typeface="Inter Light" panose="02000503000000020004" pitchFamily="2" charset="0"/>
              </a:rPr>
              <a:t>Safety critical systems</a:t>
            </a:r>
          </a:p>
        </p:txBody>
      </p:sp>
      <p:sp>
        <p:nvSpPr>
          <p:cNvPr id="25" name="Rounded Rectangle 24">
            <a:extLst>
              <a:ext uri="{FF2B5EF4-FFF2-40B4-BE49-F238E27FC236}">
                <a16:creationId xmlns:a16="http://schemas.microsoft.com/office/drawing/2014/main" id="{B2CF4C02-1784-BD5E-5189-E07EAA252B5D}"/>
              </a:ext>
            </a:extLst>
          </p:cNvPr>
          <p:cNvSpPr/>
          <p:nvPr/>
        </p:nvSpPr>
        <p:spPr>
          <a:xfrm>
            <a:off x="8770373" y="3648015"/>
            <a:ext cx="1612493" cy="488912"/>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200" dirty="0">
                <a:latin typeface="Inter Light" panose="02000503000000020004" pitchFamily="2" charset="0"/>
                <a:ea typeface="Inter Light" panose="02000503000000020004" pitchFamily="2" charset="0"/>
              </a:rPr>
              <a:t>Critical national infrastructure</a:t>
            </a:r>
          </a:p>
        </p:txBody>
      </p:sp>
    </p:spTree>
    <p:extLst>
      <p:ext uri="{BB962C8B-B14F-4D97-AF65-F5344CB8AC3E}">
        <p14:creationId xmlns:p14="http://schemas.microsoft.com/office/powerpoint/2010/main" val="3798676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0BA72BC0-B0F8-CC24-9E27-4A43CFC7E7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9B3671E-A52B-16E0-E192-DACA155B4E29}"/>
              </a:ext>
            </a:extLst>
          </p:cNvPr>
          <p:cNvSpPr/>
          <p:nvPr/>
        </p:nvSpPr>
        <p:spPr>
          <a:xfrm>
            <a:off x="640080" y="64008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4. building a sovereign data platform</a:t>
            </a:r>
            <a:endParaRPr lang="en-US" sz="1300" dirty="0"/>
          </a:p>
        </p:txBody>
      </p:sp>
      <p:sp>
        <p:nvSpPr>
          <p:cNvPr id="7" name="Text 1">
            <a:extLst>
              <a:ext uri="{FF2B5EF4-FFF2-40B4-BE49-F238E27FC236}">
                <a16:creationId xmlns:a16="http://schemas.microsoft.com/office/drawing/2014/main" id="{D77D5B18-5AC5-D4AF-1ABC-228E3421D672}"/>
              </a:ext>
            </a:extLst>
          </p:cNvPr>
          <p:cNvSpPr/>
          <p:nvPr/>
        </p:nvSpPr>
        <p:spPr>
          <a:xfrm>
            <a:off x="640080" y="960120"/>
            <a:ext cx="10515600" cy="822960"/>
          </a:xfrm>
          <a:prstGeom prst="rect">
            <a:avLst/>
          </a:prstGeom>
          <a:noFill/>
          <a:ln/>
        </p:spPr>
        <p:txBody>
          <a:bodyPr wrap="square" lIns="0" tIns="0" rIns="0" bIns="0" rtlCol="0" anchor="ctr"/>
          <a:lstStyle/>
          <a:p>
            <a:pPr marL="0" indent="0">
              <a:buNone/>
            </a:pPr>
            <a:r>
              <a:rPr lang="en-US" sz="3200" b="1" dirty="0">
                <a:solidFill>
                  <a:srgbClr val="0A0A0A"/>
                </a:solidFill>
                <a:latin typeface="Space Grotesk" pitchFamily="34" charset="0"/>
                <a:cs typeface="Space Grotesk" pitchFamily="34" charset="-120"/>
              </a:rPr>
              <a:t>To build a sovereign data platform we need principles</a:t>
            </a:r>
            <a:endParaRPr lang="en-US" sz="3200" dirty="0"/>
          </a:p>
        </p:txBody>
      </p:sp>
      <p:sp>
        <p:nvSpPr>
          <p:cNvPr id="3" name="Rounded Rectangle 2">
            <a:extLst>
              <a:ext uri="{FF2B5EF4-FFF2-40B4-BE49-F238E27FC236}">
                <a16:creationId xmlns:a16="http://schemas.microsoft.com/office/drawing/2014/main" id="{885CFB5A-C2B5-57F4-CB90-C6B2784ACAEF}"/>
              </a:ext>
            </a:extLst>
          </p:cNvPr>
          <p:cNvSpPr/>
          <p:nvPr/>
        </p:nvSpPr>
        <p:spPr>
          <a:xfrm>
            <a:off x="640080" y="2903957"/>
            <a:ext cx="4552336" cy="747251"/>
          </a:xfrm>
          <a:prstGeom prst="roundRect">
            <a:avLst/>
          </a:prstGeom>
          <a:solidFill>
            <a:srgbClr val="0F4F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latin typeface="Inter Light" panose="02000503000000020004" pitchFamily="2" charset="0"/>
                <a:ea typeface="Inter Light" panose="02000503000000020004" pitchFamily="2" charset="0"/>
              </a:rPr>
              <a:t>Data lives in open formats</a:t>
            </a:r>
          </a:p>
        </p:txBody>
      </p:sp>
      <p:sp>
        <p:nvSpPr>
          <p:cNvPr id="5" name="Rounded Rectangle 4">
            <a:extLst>
              <a:ext uri="{FF2B5EF4-FFF2-40B4-BE49-F238E27FC236}">
                <a16:creationId xmlns:a16="http://schemas.microsoft.com/office/drawing/2014/main" id="{D80AF8E8-44B0-5AAD-ABC3-9C0C37F0A92B}"/>
              </a:ext>
            </a:extLst>
          </p:cNvPr>
          <p:cNvSpPr/>
          <p:nvPr/>
        </p:nvSpPr>
        <p:spPr>
          <a:xfrm>
            <a:off x="6999584" y="2903957"/>
            <a:ext cx="4552336" cy="747251"/>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latin typeface="Inter Light" panose="02000503000000020004" pitchFamily="2" charset="0"/>
                <a:ea typeface="Inter Light" panose="02000503000000020004" pitchFamily="2" charset="0"/>
                <a:cs typeface="Inter" pitchFamily="34" charset="-120"/>
              </a:rPr>
              <a:t>Can I read the data with something I didn’t buy?</a:t>
            </a:r>
            <a:endParaRPr lang="en-US" sz="1400" noProof="0" dirty="0">
              <a:solidFill>
                <a:schemeClr val="bg1"/>
              </a:solidFill>
              <a:latin typeface="Inter Light" panose="02000503000000020004" pitchFamily="2" charset="0"/>
              <a:ea typeface="Inter Light" panose="02000503000000020004" pitchFamily="2" charset="0"/>
            </a:endParaRPr>
          </a:p>
        </p:txBody>
      </p:sp>
      <p:sp>
        <p:nvSpPr>
          <p:cNvPr id="8" name="Text 1">
            <a:extLst>
              <a:ext uri="{FF2B5EF4-FFF2-40B4-BE49-F238E27FC236}">
                <a16:creationId xmlns:a16="http://schemas.microsoft.com/office/drawing/2014/main" id="{F11C053A-EBAC-1126-C35B-BE89DD7E60CC}"/>
              </a:ext>
            </a:extLst>
          </p:cNvPr>
          <p:cNvSpPr/>
          <p:nvPr/>
        </p:nvSpPr>
        <p:spPr>
          <a:xfrm>
            <a:off x="1923681" y="2103120"/>
            <a:ext cx="1985133" cy="822960"/>
          </a:xfrm>
          <a:prstGeom prst="rect">
            <a:avLst/>
          </a:prstGeom>
          <a:noFill/>
          <a:ln/>
        </p:spPr>
        <p:txBody>
          <a:bodyPr wrap="square" lIns="0" tIns="0" rIns="0" bIns="0" rtlCol="0" anchor="ctr"/>
          <a:lstStyle/>
          <a:p>
            <a:pPr marL="0" indent="0" algn="ctr">
              <a:buNone/>
            </a:pPr>
            <a:r>
              <a:rPr lang="en-US" sz="2000" b="1" dirty="0">
                <a:solidFill>
                  <a:srgbClr val="0A0A0A"/>
                </a:solidFill>
                <a:latin typeface="Space Grotesk" pitchFamily="34" charset="0"/>
                <a:cs typeface="Space Grotesk" pitchFamily="34" charset="-120"/>
              </a:rPr>
              <a:t>Principle</a:t>
            </a:r>
            <a:endParaRPr lang="en-US" sz="2000" dirty="0"/>
          </a:p>
        </p:txBody>
      </p:sp>
      <p:sp>
        <p:nvSpPr>
          <p:cNvPr id="9" name="Text 1">
            <a:extLst>
              <a:ext uri="{FF2B5EF4-FFF2-40B4-BE49-F238E27FC236}">
                <a16:creationId xmlns:a16="http://schemas.microsoft.com/office/drawing/2014/main" id="{3ECF0727-4375-E778-ED32-29B418F3020C}"/>
              </a:ext>
            </a:extLst>
          </p:cNvPr>
          <p:cNvSpPr/>
          <p:nvPr/>
        </p:nvSpPr>
        <p:spPr>
          <a:xfrm>
            <a:off x="8283188" y="2103120"/>
            <a:ext cx="1985133" cy="822960"/>
          </a:xfrm>
          <a:prstGeom prst="rect">
            <a:avLst/>
          </a:prstGeom>
          <a:noFill/>
          <a:ln/>
        </p:spPr>
        <p:txBody>
          <a:bodyPr wrap="square" lIns="0" tIns="0" rIns="0" bIns="0" rtlCol="0" anchor="ctr"/>
          <a:lstStyle/>
          <a:p>
            <a:pPr marL="0" indent="0" algn="ctr">
              <a:buNone/>
            </a:pPr>
            <a:r>
              <a:rPr lang="en-US" sz="2000" b="1" dirty="0">
                <a:solidFill>
                  <a:srgbClr val="0A0A0A"/>
                </a:solidFill>
                <a:latin typeface="Space Grotesk" pitchFamily="34" charset="0"/>
                <a:cs typeface="Space Grotesk" pitchFamily="34" charset="-120"/>
              </a:rPr>
              <a:t>The test</a:t>
            </a:r>
            <a:endParaRPr lang="en-US" sz="2000" dirty="0"/>
          </a:p>
        </p:txBody>
      </p:sp>
      <p:sp>
        <p:nvSpPr>
          <p:cNvPr id="12" name="Rounded Rectangle 11">
            <a:extLst>
              <a:ext uri="{FF2B5EF4-FFF2-40B4-BE49-F238E27FC236}">
                <a16:creationId xmlns:a16="http://schemas.microsoft.com/office/drawing/2014/main" id="{24CD2474-1D0A-D594-09B9-92695347CCCD}"/>
              </a:ext>
            </a:extLst>
          </p:cNvPr>
          <p:cNvSpPr/>
          <p:nvPr/>
        </p:nvSpPr>
        <p:spPr>
          <a:xfrm>
            <a:off x="640079" y="3726917"/>
            <a:ext cx="4552336" cy="747251"/>
          </a:xfrm>
          <a:prstGeom prst="roundRect">
            <a:avLst/>
          </a:prstGeom>
          <a:solidFill>
            <a:srgbClr val="0F4F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latin typeface="Inter Light" panose="02000503000000020004" pitchFamily="2" charset="0"/>
                <a:ea typeface="Inter Light" panose="02000503000000020004" pitchFamily="2" charset="0"/>
              </a:rPr>
              <a:t>Storage and compute is replaceable</a:t>
            </a:r>
          </a:p>
        </p:txBody>
      </p:sp>
      <p:sp>
        <p:nvSpPr>
          <p:cNvPr id="15" name="Rounded Rectangle 14">
            <a:extLst>
              <a:ext uri="{FF2B5EF4-FFF2-40B4-BE49-F238E27FC236}">
                <a16:creationId xmlns:a16="http://schemas.microsoft.com/office/drawing/2014/main" id="{6BA4337E-8553-6737-1056-2857735BAD51}"/>
              </a:ext>
            </a:extLst>
          </p:cNvPr>
          <p:cNvSpPr/>
          <p:nvPr/>
        </p:nvSpPr>
        <p:spPr>
          <a:xfrm>
            <a:off x="6999584" y="3724950"/>
            <a:ext cx="4552336" cy="747251"/>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latin typeface="Inter Light" panose="02000503000000020004" pitchFamily="2" charset="0"/>
                <a:ea typeface="Inter Light" panose="02000503000000020004" pitchFamily="2" charset="0"/>
                <a:cs typeface="Inter" pitchFamily="34" charset="-120"/>
              </a:rPr>
              <a:t>Can I easily swap storage or compute engines?</a:t>
            </a:r>
            <a:endParaRPr lang="en-US" sz="1400" noProof="0" dirty="0">
              <a:solidFill>
                <a:schemeClr val="bg1"/>
              </a:solidFill>
              <a:latin typeface="Inter Light" panose="02000503000000020004" pitchFamily="2" charset="0"/>
              <a:ea typeface="Inter Light" panose="02000503000000020004" pitchFamily="2" charset="0"/>
            </a:endParaRPr>
          </a:p>
        </p:txBody>
      </p:sp>
      <p:sp>
        <p:nvSpPr>
          <p:cNvPr id="16" name="Rounded Rectangle 15">
            <a:extLst>
              <a:ext uri="{FF2B5EF4-FFF2-40B4-BE49-F238E27FC236}">
                <a16:creationId xmlns:a16="http://schemas.microsoft.com/office/drawing/2014/main" id="{EA5CE961-9437-59F0-DFFC-AF1D75230441}"/>
              </a:ext>
            </a:extLst>
          </p:cNvPr>
          <p:cNvSpPr/>
          <p:nvPr/>
        </p:nvSpPr>
        <p:spPr>
          <a:xfrm>
            <a:off x="640079" y="4549877"/>
            <a:ext cx="4552336" cy="747251"/>
          </a:xfrm>
          <a:prstGeom prst="roundRect">
            <a:avLst/>
          </a:prstGeom>
          <a:solidFill>
            <a:srgbClr val="0F4F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latin typeface="Inter Light" panose="02000503000000020004" pitchFamily="2" charset="0"/>
                <a:ea typeface="Inter Light" panose="02000503000000020004" pitchFamily="2" charset="0"/>
              </a:rPr>
              <a:t>Identity stays ours</a:t>
            </a:r>
          </a:p>
        </p:txBody>
      </p:sp>
      <p:sp>
        <p:nvSpPr>
          <p:cNvPr id="17" name="Rounded Rectangle 16">
            <a:extLst>
              <a:ext uri="{FF2B5EF4-FFF2-40B4-BE49-F238E27FC236}">
                <a16:creationId xmlns:a16="http://schemas.microsoft.com/office/drawing/2014/main" id="{6ACF4D47-E8EF-736D-DF4F-FE9095DE1BEC}"/>
              </a:ext>
            </a:extLst>
          </p:cNvPr>
          <p:cNvSpPr/>
          <p:nvPr/>
        </p:nvSpPr>
        <p:spPr>
          <a:xfrm>
            <a:off x="6999584" y="4549877"/>
            <a:ext cx="4552336" cy="747251"/>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latin typeface="Inter Light" panose="02000503000000020004" pitchFamily="2" charset="0"/>
                <a:ea typeface="Inter Light" panose="02000503000000020004" pitchFamily="2" charset="0"/>
                <a:cs typeface="Inter" pitchFamily="34" charset="-120"/>
              </a:rPr>
              <a:t>Can we still login when someone turns off our platform?</a:t>
            </a:r>
            <a:endParaRPr lang="en-US" sz="1400" noProof="0" dirty="0">
              <a:solidFill>
                <a:schemeClr val="bg1"/>
              </a:solidFill>
              <a:latin typeface="Inter Light" panose="02000503000000020004" pitchFamily="2" charset="0"/>
              <a:ea typeface="Inter Light" panose="02000503000000020004" pitchFamily="2" charset="0"/>
            </a:endParaRPr>
          </a:p>
        </p:txBody>
      </p:sp>
      <p:sp>
        <p:nvSpPr>
          <p:cNvPr id="18" name="Rounded Rectangle 17">
            <a:extLst>
              <a:ext uri="{FF2B5EF4-FFF2-40B4-BE49-F238E27FC236}">
                <a16:creationId xmlns:a16="http://schemas.microsoft.com/office/drawing/2014/main" id="{A3C9BA8C-40E1-814C-BCF6-879855C3B931}"/>
              </a:ext>
            </a:extLst>
          </p:cNvPr>
          <p:cNvSpPr/>
          <p:nvPr/>
        </p:nvSpPr>
        <p:spPr>
          <a:xfrm>
            <a:off x="640079" y="5372837"/>
            <a:ext cx="4552336" cy="747251"/>
          </a:xfrm>
          <a:prstGeom prst="roundRect">
            <a:avLst/>
          </a:prstGeom>
          <a:solidFill>
            <a:srgbClr val="0F4F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latin typeface="Inter Light" panose="02000503000000020004" pitchFamily="2" charset="0"/>
                <a:ea typeface="Inter Light" panose="02000503000000020004" pitchFamily="2" charset="0"/>
              </a:rPr>
              <a:t>Migrate easily</a:t>
            </a:r>
            <a:endParaRPr lang="en-US" sz="1400" noProof="0" dirty="0">
              <a:solidFill>
                <a:schemeClr val="bg1"/>
              </a:solidFill>
              <a:latin typeface="Inter Light" panose="02000503000000020004" pitchFamily="2" charset="0"/>
              <a:ea typeface="Inter Light" panose="02000503000000020004" pitchFamily="2" charset="0"/>
            </a:endParaRPr>
          </a:p>
        </p:txBody>
      </p:sp>
      <p:sp>
        <p:nvSpPr>
          <p:cNvPr id="19" name="Rounded Rectangle 18">
            <a:extLst>
              <a:ext uri="{FF2B5EF4-FFF2-40B4-BE49-F238E27FC236}">
                <a16:creationId xmlns:a16="http://schemas.microsoft.com/office/drawing/2014/main" id="{7162ED94-56FB-DE1D-0462-C89CD449987F}"/>
              </a:ext>
            </a:extLst>
          </p:cNvPr>
          <p:cNvSpPr/>
          <p:nvPr/>
        </p:nvSpPr>
        <p:spPr>
          <a:xfrm>
            <a:off x="6999584" y="5377261"/>
            <a:ext cx="4552336" cy="747251"/>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latin typeface="Inter Light" panose="02000503000000020004" pitchFamily="2" charset="0"/>
                <a:ea typeface="Inter Light" panose="02000503000000020004" pitchFamily="2" charset="0"/>
                <a:cs typeface="Inter" pitchFamily="34" charset="-120"/>
              </a:rPr>
              <a:t>Can we migrate our data platform (or specific services) or are we stuck?</a:t>
            </a:r>
            <a:endParaRPr lang="en-US" sz="1400" noProof="0" dirty="0">
              <a:solidFill>
                <a:schemeClr val="bg1"/>
              </a:solidFill>
              <a:latin typeface="Inter Light" panose="02000503000000020004" pitchFamily="2" charset="0"/>
              <a:ea typeface="Inter Light" panose="02000503000000020004" pitchFamily="2" charset="0"/>
            </a:endParaRPr>
          </a:p>
        </p:txBody>
      </p:sp>
    </p:spTree>
    <p:extLst>
      <p:ext uri="{BB962C8B-B14F-4D97-AF65-F5344CB8AC3E}">
        <p14:creationId xmlns:p14="http://schemas.microsoft.com/office/powerpoint/2010/main" val="580722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582FF491-1C48-5298-B81D-C2AB4431056A}"/>
            </a:ext>
          </a:extLst>
        </p:cNvPr>
        <p:cNvGrpSpPr/>
        <p:nvPr/>
      </p:nvGrpSpPr>
      <p:grpSpPr>
        <a:xfrm>
          <a:off x="0" y="0"/>
          <a:ext cx="0" cy="0"/>
          <a:chOff x="0" y="0"/>
          <a:chExt cx="0" cy="0"/>
        </a:xfrm>
      </p:grpSpPr>
      <p:sp>
        <p:nvSpPr>
          <p:cNvPr id="6" name="Shape 3">
            <a:extLst>
              <a:ext uri="{FF2B5EF4-FFF2-40B4-BE49-F238E27FC236}">
                <a16:creationId xmlns:a16="http://schemas.microsoft.com/office/drawing/2014/main" id="{B1C65AE9-1FF9-151B-83EE-F5153C44BC0D}"/>
              </a:ext>
            </a:extLst>
          </p:cNvPr>
          <p:cNvSpPr/>
          <p:nvPr/>
        </p:nvSpPr>
        <p:spPr>
          <a:xfrm>
            <a:off x="746760" y="2754505"/>
            <a:ext cx="10698480" cy="1623307"/>
          </a:xfrm>
          <a:prstGeom prst="roundRect">
            <a:avLst>
              <a:gd name="adj" fmla="val 4000"/>
            </a:avLst>
          </a:prstGeom>
          <a:solidFill>
            <a:srgbClr val="F0FDF4"/>
          </a:solidFill>
          <a:ln/>
        </p:spPr>
        <p:txBody>
          <a:bodyPr/>
          <a:lstStyle/>
          <a:p>
            <a:endParaRPr lang="en-NL"/>
          </a:p>
        </p:txBody>
      </p:sp>
      <p:sp>
        <p:nvSpPr>
          <p:cNvPr id="2" name="Text 0">
            <a:extLst>
              <a:ext uri="{FF2B5EF4-FFF2-40B4-BE49-F238E27FC236}">
                <a16:creationId xmlns:a16="http://schemas.microsoft.com/office/drawing/2014/main" id="{6A4623C8-4F67-3970-7F6E-13511D7379E9}"/>
              </a:ext>
            </a:extLst>
          </p:cNvPr>
          <p:cNvSpPr/>
          <p:nvPr/>
        </p:nvSpPr>
        <p:spPr>
          <a:xfrm>
            <a:off x="640080" y="64008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4. building a sovereign data platform</a:t>
            </a:r>
            <a:endParaRPr lang="en-US" sz="1300" dirty="0"/>
          </a:p>
        </p:txBody>
      </p:sp>
      <p:sp>
        <p:nvSpPr>
          <p:cNvPr id="7" name="Text 1">
            <a:extLst>
              <a:ext uri="{FF2B5EF4-FFF2-40B4-BE49-F238E27FC236}">
                <a16:creationId xmlns:a16="http://schemas.microsoft.com/office/drawing/2014/main" id="{3CC12996-B409-3165-6F8D-464433C0132F}"/>
              </a:ext>
            </a:extLst>
          </p:cNvPr>
          <p:cNvSpPr/>
          <p:nvPr/>
        </p:nvSpPr>
        <p:spPr>
          <a:xfrm>
            <a:off x="640080" y="960120"/>
            <a:ext cx="10515600" cy="822960"/>
          </a:xfrm>
          <a:prstGeom prst="rect">
            <a:avLst/>
          </a:prstGeom>
          <a:noFill/>
          <a:ln/>
        </p:spPr>
        <p:txBody>
          <a:bodyPr wrap="square" lIns="0" tIns="0" rIns="0" bIns="0" rtlCol="0" anchor="ctr"/>
          <a:lstStyle/>
          <a:p>
            <a:r>
              <a:rPr lang="en-US" sz="3200" b="1" dirty="0">
                <a:solidFill>
                  <a:srgbClr val="0A0A0A"/>
                </a:solidFill>
                <a:latin typeface="Space Grotesk" pitchFamily="34" charset="0"/>
                <a:cs typeface="Space Grotesk" pitchFamily="34" charset="-120"/>
              </a:rPr>
              <a:t>Open source </a:t>
            </a:r>
            <a:r>
              <a:rPr lang="en-NL" sz="3200" b="1" dirty="0">
                <a:latin typeface="Space Grotesk" pitchFamily="2" charset="77"/>
                <a:cs typeface="Space Grotesk" pitchFamily="2" charset="77"/>
              </a:rPr>
              <a:t>≠ sovereign</a:t>
            </a:r>
            <a:endParaRPr lang="en-US" sz="3200" b="1" dirty="0">
              <a:latin typeface="Space Grotesk" pitchFamily="2" charset="77"/>
              <a:cs typeface="Space Grotesk" pitchFamily="2" charset="77"/>
            </a:endParaRPr>
          </a:p>
        </p:txBody>
      </p:sp>
      <p:sp>
        <p:nvSpPr>
          <p:cNvPr id="4" name="Text 3">
            <a:extLst>
              <a:ext uri="{FF2B5EF4-FFF2-40B4-BE49-F238E27FC236}">
                <a16:creationId xmlns:a16="http://schemas.microsoft.com/office/drawing/2014/main" id="{673E1D91-C36A-3EB7-C843-69C6260B5057}"/>
              </a:ext>
            </a:extLst>
          </p:cNvPr>
          <p:cNvSpPr/>
          <p:nvPr/>
        </p:nvSpPr>
        <p:spPr>
          <a:xfrm>
            <a:off x="1252138" y="2834638"/>
            <a:ext cx="10193102" cy="1463040"/>
          </a:xfrm>
          <a:prstGeom prst="rect">
            <a:avLst/>
          </a:prstGeom>
          <a:noFill/>
          <a:ln/>
        </p:spPr>
        <p:txBody>
          <a:bodyPr wrap="square" lIns="0" tIns="0" rIns="0" bIns="0" rtlCol="0" anchor="t"/>
          <a:lstStyle/>
          <a:p>
            <a:pPr marL="0" indent="0">
              <a:buNone/>
            </a:pPr>
            <a:r>
              <a:rPr lang="en-US" sz="4400" b="1" dirty="0">
                <a:solidFill>
                  <a:srgbClr val="0A0A0A"/>
                </a:solidFill>
                <a:latin typeface="Space Grotesk" pitchFamily="34" charset="0"/>
                <a:cs typeface="Space Grotesk" pitchFamily="34" charset="-120"/>
              </a:rPr>
              <a:t>Open source is not automatically sovereign. </a:t>
            </a:r>
            <a:r>
              <a:rPr lang="en-US" sz="4400" b="1" dirty="0">
                <a:solidFill>
                  <a:srgbClr val="2FA34A"/>
                </a:solidFill>
                <a:latin typeface="Space Grotesk" pitchFamily="34" charset="0"/>
                <a:cs typeface="Space Grotesk" pitchFamily="34" charset="-120"/>
              </a:rPr>
              <a:t>Licenses can be changed</a:t>
            </a:r>
            <a:r>
              <a:rPr lang="en-US" sz="4400" b="1" dirty="0">
                <a:solidFill>
                  <a:srgbClr val="0A0A0A"/>
                </a:solidFill>
                <a:latin typeface="Space Grotesk" pitchFamily="34" charset="0"/>
                <a:cs typeface="Space Grotesk" pitchFamily="34" charset="-120"/>
              </a:rPr>
              <a:t>.</a:t>
            </a:r>
            <a:endParaRPr lang="en-US" sz="4400" dirty="0"/>
          </a:p>
        </p:txBody>
      </p:sp>
    </p:spTree>
    <p:extLst>
      <p:ext uri="{BB962C8B-B14F-4D97-AF65-F5344CB8AC3E}">
        <p14:creationId xmlns:p14="http://schemas.microsoft.com/office/powerpoint/2010/main" val="3192806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19"/>
        </a:solidFill>
        <a:effectLst/>
      </p:bgPr>
    </p:bg>
    <p:spTree>
      <p:nvGrpSpPr>
        <p:cNvPr id="1" name="">
          <a:extLst>
            <a:ext uri="{FF2B5EF4-FFF2-40B4-BE49-F238E27FC236}">
              <a16:creationId xmlns:a16="http://schemas.microsoft.com/office/drawing/2014/main" id="{2C405A6F-E9D1-C3E8-3840-FC3A9490E1A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DC35244-9384-0516-9B08-4CA194A7C198}"/>
              </a:ext>
            </a:extLst>
          </p:cNvPr>
          <p:cNvSpPr/>
          <p:nvPr/>
        </p:nvSpPr>
        <p:spPr>
          <a:xfrm>
            <a:off x="640080" y="59436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4. building a sovereign data platform</a:t>
            </a:r>
            <a:endParaRPr lang="en-US" sz="1300" dirty="0"/>
          </a:p>
        </p:txBody>
      </p:sp>
      <p:sp>
        <p:nvSpPr>
          <p:cNvPr id="3" name="Text 1">
            <a:extLst>
              <a:ext uri="{FF2B5EF4-FFF2-40B4-BE49-F238E27FC236}">
                <a16:creationId xmlns:a16="http://schemas.microsoft.com/office/drawing/2014/main" id="{75136A51-E81C-A84D-3A9C-0E2518EC70FB}"/>
              </a:ext>
            </a:extLst>
          </p:cNvPr>
          <p:cNvSpPr/>
          <p:nvPr/>
        </p:nvSpPr>
        <p:spPr>
          <a:xfrm>
            <a:off x="640080" y="1005840"/>
            <a:ext cx="10515600" cy="731520"/>
          </a:xfrm>
          <a:prstGeom prst="rect">
            <a:avLst/>
          </a:prstGeom>
          <a:noFill/>
          <a:ln/>
        </p:spPr>
        <p:txBody>
          <a:bodyPr wrap="square" lIns="0" tIns="0" rIns="0" bIns="0" rtlCol="0" anchor="ctr"/>
          <a:lstStyle/>
          <a:p>
            <a:pPr marL="0" indent="0">
              <a:buNone/>
            </a:pPr>
            <a:r>
              <a:rPr lang="en-US" sz="3000" b="1" dirty="0">
                <a:solidFill>
                  <a:srgbClr val="FFFFFF"/>
                </a:solidFill>
                <a:latin typeface="Space Grotesk" pitchFamily="34" charset="0"/>
                <a:ea typeface="Space Grotesk" pitchFamily="34" charset="-122"/>
                <a:cs typeface="Space Grotesk" pitchFamily="34" charset="-120"/>
              </a:rPr>
              <a:t>A reference architecture</a:t>
            </a:r>
            <a:endParaRPr lang="en-US" sz="3000" dirty="0"/>
          </a:p>
        </p:txBody>
      </p:sp>
      <p:grpSp>
        <p:nvGrpSpPr>
          <p:cNvPr id="52" name="Group 51">
            <a:extLst>
              <a:ext uri="{FF2B5EF4-FFF2-40B4-BE49-F238E27FC236}">
                <a16:creationId xmlns:a16="http://schemas.microsoft.com/office/drawing/2014/main" id="{72F04BC0-11E9-4F13-6E78-735E3F85C90C}"/>
              </a:ext>
            </a:extLst>
          </p:cNvPr>
          <p:cNvGrpSpPr/>
          <p:nvPr/>
        </p:nvGrpSpPr>
        <p:grpSpPr>
          <a:xfrm>
            <a:off x="2852328" y="2219634"/>
            <a:ext cx="4383242" cy="484238"/>
            <a:chOff x="2852328" y="2219634"/>
            <a:chExt cx="4383242" cy="484238"/>
          </a:xfrm>
        </p:grpSpPr>
        <p:sp>
          <p:nvSpPr>
            <p:cNvPr id="27" name="Rounded Rectangle 26">
              <a:extLst>
                <a:ext uri="{FF2B5EF4-FFF2-40B4-BE49-F238E27FC236}">
                  <a16:creationId xmlns:a16="http://schemas.microsoft.com/office/drawing/2014/main" id="{66D5219C-19A3-4456-1D4F-30766BE3B686}"/>
                </a:ext>
              </a:extLst>
            </p:cNvPr>
            <p:cNvSpPr/>
            <p:nvPr/>
          </p:nvSpPr>
          <p:spPr>
            <a:xfrm>
              <a:off x="2852328" y="2219634"/>
              <a:ext cx="4383242" cy="484238"/>
            </a:xfrm>
            <a:prstGeom prst="roundRect">
              <a:avLst/>
            </a:prstGeom>
            <a:solidFill>
              <a:srgbClr val="0E4D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28" name="TextBox 27">
              <a:extLst>
                <a:ext uri="{FF2B5EF4-FFF2-40B4-BE49-F238E27FC236}">
                  <a16:creationId xmlns:a16="http://schemas.microsoft.com/office/drawing/2014/main" id="{74846F17-B74C-CA79-607D-CF1AE66C6E89}"/>
                </a:ext>
              </a:extLst>
            </p:cNvPr>
            <p:cNvSpPr txBox="1"/>
            <p:nvPr/>
          </p:nvSpPr>
          <p:spPr>
            <a:xfrm>
              <a:off x="2977453" y="2226818"/>
              <a:ext cx="3956010"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Consumption</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Apache Superset, Evidence</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51" name="Group 50">
            <a:extLst>
              <a:ext uri="{FF2B5EF4-FFF2-40B4-BE49-F238E27FC236}">
                <a16:creationId xmlns:a16="http://schemas.microsoft.com/office/drawing/2014/main" id="{FB8B9174-840C-EAC1-EFE0-DD353CAC5434}"/>
              </a:ext>
            </a:extLst>
          </p:cNvPr>
          <p:cNvGrpSpPr/>
          <p:nvPr/>
        </p:nvGrpSpPr>
        <p:grpSpPr>
          <a:xfrm>
            <a:off x="2852328" y="2784988"/>
            <a:ext cx="4383242" cy="484238"/>
            <a:chOff x="2852328" y="2784988"/>
            <a:chExt cx="4383242" cy="484238"/>
          </a:xfrm>
        </p:grpSpPr>
        <p:sp>
          <p:nvSpPr>
            <p:cNvPr id="29" name="Rounded Rectangle 28">
              <a:extLst>
                <a:ext uri="{FF2B5EF4-FFF2-40B4-BE49-F238E27FC236}">
                  <a16:creationId xmlns:a16="http://schemas.microsoft.com/office/drawing/2014/main" id="{05CDE87F-E5A6-5E32-4F36-D46487F558EA}"/>
                </a:ext>
              </a:extLst>
            </p:cNvPr>
            <p:cNvSpPr/>
            <p:nvPr/>
          </p:nvSpPr>
          <p:spPr>
            <a:xfrm>
              <a:off x="2852328" y="2784988"/>
              <a:ext cx="4383242" cy="484238"/>
            </a:xfrm>
            <a:prstGeom prst="roundRect">
              <a:avLst/>
            </a:prstGeom>
            <a:solidFill>
              <a:srgbClr val="0E4D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30" name="TextBox 29">
              <a:extLst>
                <a:ext uri="{FF2B5EF4-FFF2-40B4-BE49-F238E27FC236}">
                  <a16:creationId xmlns:a16="http://schemas.microsoft.com/office/drawing/2014/main" id="{BC43F68E-718F-4AEA-640B-D896FA248BF7}"/>
                </a:ext>
              </a:extLst>
            </p:cNvPr>
            <p:cNvSpPr txBox="1"/>
            <p:nvPr/>
          </p:nvSpPr>
          <p:spPr>
            <a:xfrm>
              <a:off x="2977453" y="2792172"/>
              <a:ext cx="3956010"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Compute</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Trino, </a:t>
              </a: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DuckDB</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49" name="Group 48">
            <a:extLst>
              <a:ext uri="{FF2B5EF4-FFF2-40B4-BE49-F238E27FC236}">
                <a16:creationId xmlns:a16="http://schemas.microsoft.com/office/drawing/2014/main" id="{7D5CBD01-D9C0-03F7-6B84-438790ECB3A6}"/>
              </a:ext>
            </a:extLst>
          </p:cNvPr>
          <p:cNvGrpSpPr/>
          <p:nvPr/>
        </p:nvGrpSpPr>
        <p:grpSpPr>
          <a:xfrm>
            <a:off x="2852328" y="3908324"/>
            <a:ext cx="4383242" cy="484238"/>
            <a:chOff x="2852328" y="3908324"/>
            <a:chExt cx="4383242" cy="484238"/>
          </a:xfrm>
        </p:grpSpPr>
        <p:sp>
          <p:nvSpPr>
            <p:cNvPr id="33" name="Rounded Rectangle 32">
              <a:extLst>
                <a:ext uri="{FF2B5EF4-FFF2-40B4-BE49-F238E27FC236}">
                  <a16:creationId xmlns:a16="http://schemas.microsoft.com/office/drawing/2014/main" id="{FAF97AB8-0750-B2FB-2ACE-51B849EC7EFD}"/>
                </a:ext>
              </a:extLst>
            </p:cNvPr>
            <p:cNvSpPr/>
            <p:nvPr/>
          </p:nvSpPr>
          <p:spPr>
            <a:xfrm>
              <a:off x="2852328" y="3908324"/>
              <a:ext cx="4383242" cy="484238"/>
            </a:xfrm>
            <a:prstGeom prst="roundRect">
              <a:avLst/>
            </a:prstGeom>
            <a:solidFill>
              <a:srgbClr val="0E4D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34" name="TextBox 33">
              <a:extLst>
                <a:ext uri="{FF2B5EF4-FFF2-40B4-BE49-F238E27FC236}">
                  <a16:creationId xmlns:a16="http://schemas.microsoft.com/office/drawing/2014/main" id="{FC428B37-AA56-98E3-680E-A56866CF89E6}"/>
                </a:ext>
              </a:extLst>
            </p:cNvPr>
            <p:cNvSpPr txBox="1"/>
            <p:nvPr/>
          </p:nvSpPr>
          <p:spPr>
            <a:xfrm>
              <a:off x="2977453" y="3915508"/>
              <a:ext cx="3956010"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Catalog</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Apache Polaris, Iceberg REST API</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48" name="Group 47">
            <a:extLst>
              <a:ext uri="{FF2B5EF4-FFF2-40B4-BE49-F238E27FC236}">
                <a16:creationId xmlns:a16="http://schemas.microsoft.com/office/drawing/2014/main" id="{938AFA64-0BF4-6BA8-9A0D-609041DA909B}"/>
              </a:ext>
            </a:extLst>
          </p:cNvPr>
          <p:cNvGrpSpPr/>
          <p:nvPr/>
        </p:nvGrpSpPr>
        <p:grpSpPr>
          <a:xfrm>
            <a:off x="2852328" y="4469992"/>
            <a:ext cx="4383242" cy="484238"/>
            <a:chOff x="2852328" y="4469992"/>
            <a:chExt cx="4383242" cy="484238"/>
          </a:xfrm>
        </p:grpSpPr>
        <p:sp>
          <p:nvSpPr>
            <p:cNvPr id="35" name="Rounded Rectangle 34">
              <a:extLst>
                <a:ext uri="{FF2B5EF4-FFF2-40B4-BE49-F238E27FC236}">
                  <a16:creationId xmlns:a16="http://schemas.microsoft.com/office/drawing/2014/main" id="{4175FC86-483F-FBE1-FDFC-679CC03E6807}"/>
                </a:ext>
              </a:extLst>
            </p:cNvPr>
            <p:cNvSpPr/>
            <p:nvPr/>
          </p:nvSpPr>
          <p:spPr>
            <a:xfrm>
              <a:off x="2852328" y="4469992"/>
              <a:ext cx="4383242" cy="484238"/>
            </a:xfrm>
            <a:prstGeom prst="roundRect">
              <a:avLst/>
            </a:prstGeom>
            <a:solidFill>
              <a:srgbClr val="0E4D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36" name="TextBox 35">
              <a:extLst>
                <a:ext uri="{FF2B5EF4-FFF2-40B4-BE49-F238E27FC236}">
                  <a16:creationId xmlns:a16="http://schemas.microsoft.com/office/drawing/2014/main" id="{EE9F6FF2-C9CB-B3E5-B74E-3F738D9F63FF}"/>
                </a:ext>
              </a:extLst>
            </p:cNvPr>
            <p:cNvSpPr txBox="1"/>
            <p:nvPr/>
          </p:nvSpPr>
          <p:spPr>
            <a:xfrm>
              <a:off x="2977453" y="4477176"/>
              <a:ext cx="3956010"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Table format</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Apache Iceberg on Parquet</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47" name="Group 46">
            <a:extLst>
              <a:ext uri="{FF2B5EF4-FFF2-40B4-BE49-F238E27FC236}">
                <a16:creationId xmlns:a16="http://schemas.microsoft.com/office/drawing/2014/main" id="{D8DE10E0-8412-48A2-97C0-3A0FA4B35727}"/>
              </a:ext>
            </a:extLst>
          </p:cNvPr>
          <p:cNvGrpSpPr/>
          <p:nvPr/>
        </p:nvGrpSpPr>
        <p:grpSpPr>
          <a:xfrm>
            <a:off x="2852328" y="5031660"/>
            <a:ext cx="4383242" cy="484238"/>
            <a:chOff x="2852328" y="5031660"/>
            <a:chExt cx="4383242" cy="484238"/>
          </a:xfrm>
        </p:grpSpPr>
        <p:sp>
          <p:nvSpPr>
            <p:cNvPr id="37" name="Rounded Rectangle 36">
              <a:extLst>
                <a:ext uri="{FF2B5EF4-FFF2-40B4-BE49-F238E27FC236}">
                  <a16:creationId xmlns:a16="http://schemas.microsoft.com/office/drawing/2014/main" id="{AFC08618-35B6-B043-5D95-C834B3F43E1D}"/>
                </a:ext>
              </a:extLst>
            </p:cNvPr>
            <p:cNvSpPr/>
            <p:nvPr/>
          </p:nvSpPr>
          <p:spPr>
            <a:xfrm>
              <a:off x="2852328" y="5031660"/>
              <a:ext cx="4383242" cy="484238"/>
            </a:xfrm>
            <a:prstGeom prst="roundRect">
              <a:avLst/>
            </a:prstGeom>
            <a:solidFill>
              <a:srgbClr val="0E4D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38" name="TextBox 37">
              <a:extLst>
                <a:ext uri="{FF2B5EF4-FFF2-40B4-BE49-F238E27FC236}">
                  <a16:creationId xmlns:a16="http://schemas.microsoft.com/office/drawing/2014/main" id="{2BDD1CC2-5D30-1527-87F6-194C7B8FD72A}"/>
                </a:ext>
              </a:extLst>
            </p:cNvPr>
            <p:cNvSpPr txBox="1"/>
            <p:nvPr/>
          </p:nvSpPr>
          <p:spPr>
            <a:xfrm>
              <a:off x="2977453" y="5038844"/>
              <a:ext cx="3956010"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Object storage</a:t>
              </a:r>
              <a:br>
                <a:rPr lang="en-US" sz="1400" b="1" dirty="0">
                  <a:solidFill>
                    <a:schemeClr val="bg1"/>
                  </a:solidFill>
                  <a:latin typeface="Inter" pitchFamily="34" charset="0"/>
                  <a:ea typeface="Inter" pitchFamily="34" charset="-122"/>
                  <a:cs typeface="Inter" pitchFamily="34" charset="-120"/>
                </a:rPr>
              </a:b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SeaweedFS</a:t>
              </a: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 Garage</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46" name="Group 45">
            <a:extLst>
              <a:ext uri="{FF2B5EF4-FFF2-40B4-BE49-F238E27FC236}">
                <a16:creationId xmlns:a16="http://schemas.microsoft.com/office/drawing/2014/main" id="{7843BE52-155F-4F08-28B4-DAD5A8FF6059}"/>
              </a:ext>
            </a:extLst>
          </p:cNvPr>
          <p:cNvGrpSpPr/>
          <p:nvPr/>
        </p:nvGrpSpPr>
        <p:grpSpPr>
          <a:xfrm>
            <a:off x="2852328" y="5593328"/>
            <a:ext cx="4383242" cy="484238"/>
            <a:chOff x="2852328" y="5593328"/>
            <a:chExt cx="4383242" cy="484238"/>
          </a:xfrm>
        </p:grpSpPr>
        <p:sp>
          <p:nvSpPr>
            <p:cNvPr id="39" name="Rounded Rectangle 38">
              <a:extLst>
                <a:ext uri="{FF2B5EF4-FFF2-40B4-BE49-F238E27FC236}">
                  <a16:creationId xmlns:a16="http://schemas.microsoft.com/office/drawing/2014/main" id="{66D0888C-3D3F-4D8B-8A8E-477F1479AEC4}"/>
                </a:ext>
              </a:extLst>
            </p:cNvPr>
            <p:cNvSpPr/>
            <p:nvPr/>
          </p:nvSpPr>
          <p:spPr>
            <a:xfrm>
              <a:off x="2852328" y="5593328"/>
              <a:ext cx="4383242" cy="484238"/>
            </a:xfrm>
            <a:prstGeom prst="round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40" name="TextBox 39">
              <a:extLst>
                <a:ext uri="{FF2B5EF4-FFF2-40B4-BE49-F238E27FC236}">
                  <a16:creationId xmlns:a16="http://schemas.microsoft.com/office/drawing/2014/main" id="{E861C963-B817-2B10-2498-8370062C1174}"/>
                </a:ext>
              </a:extLst>
            </p:cNvPr>
            <p:cNvSpPr txBox="1"/>
            <p:nvPr/>
          </p:nvSpPr>
          <p:spPr>
            <a:xfrm>
              <a:off x="2977453" y="5600512"/>
              <a:ext cx="3956010"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Infrastructure</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EU provider or on-premises, Kubernetes or Docker</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53" name="Group 52">
            <a:extLst>
              <a:ext uri="{FF2B5EF4-FFF2-40B4-BE49-F238E27FC236}">
                <a16:creationId xmlns:a16="http://schemas.microsoft.com/office/drawing/2014/main" id="{C4F62D54-8ADB-17AB-D8E2-3ADAF81AF88C}"/>
              </a:ext>
            </a:extLst>
          </p:cNvPr>
          <p:cNvGrpSpPr/>
          <p:nvPr/>
        </p:nvGrpSpPr>
        <p:grpSpPr>
          <a:xfrm>
            <a:off x="7468573" y="2219634"/>
            <a:ext cx="2599659" cy="1880418"/>
            <a:chOff x="7468573" y="2219634"/>
            <a:chExt cx="2599659" cy="1880418"/>
          </a:xfrm>
        </p:grpSpPr>
        <p:sp>
          <p:nvSpPr>
            <p:cNvPr id="41" name="Rounded Rectangle 40">
              <a:extLst>
                <a:ext uri="{FF2B5EF4-FFF2-40B4-BE49-F238E27FC236}">
                  <a16:creationId xmlns:a16="http://schemas.microsoft.com/office/drawing/2014/main" id="{9A443570-5CE4-E531-A58C-4C57A8A24C0F}"/>
                </a:ext>
              </a:extLst>
            </p:cNvPr>
            <p:cNvSpPr/>
            <p:nvPr/>
          </p:nvSpPr>
          <p:spPr>
            <a:xfrm>
              <a:off x="7468573" y="2219634"/>
              <a:ext cx="2599659" cy="1880418"/>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43" name="TextBox 42">
              <a:extLst>
                <a:ext uri="{FF2B5EF4-FFF2-40B4-BE49-F238E27FC236}">
                  <a16:creationId xmlns:a16="http://schemas.microsoft.com/office/drawing/2014/main" id="{D9E288FB-ECDA-9404-5744-6AFC6F7504F2}"/>
                </a:ext>
              </a:extLst>
            </p:cNvPr>
            <p:cNvSpPr txBox="1"/>
            <p:nvPr/>
          </p:nvSpPr>
          <p:spPr>
            <a:xfrm>
              <a:off x="7772026" y="2965561"/>
              <a:ext cx="1992752"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Orchestration</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Apache Airflow</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54" name="Group 53">
            <a:extLst>
              <a:ext uri="{FF2B5EF4-FFF2-40B4-BE49-F238E27FC236}">
                <a16:creationId xmlns:a16="http://schemas.microsoft.com/office/drawing/2014/main" id="{332B0CE4-0B85-D1C4-BC72-0D4E2895F933}"/>
              </a:ext>
            </a:extLst>
          </p:cNvPr>
          <p:cNvGrpSpPr/>
          <p:nvPr/>
        </p:nvGrpSpPr>
        <p:grpSpPr>
          <a:xfrm>
            <a:off x="7468573" y="4188542"/>
            <a:ext cx="2599659" cy="1889024"/>
            <a:chOff x="7468573" y="4188542"/>
            <a:chExt cx="2599659" cy="1889024"/>
          </a:xfrm>
        </p:grpSpPr>
        <p:sp>
          <p:nvSpPr>
            <p:cNvPr id="44" name="Rounded Rectangle 43">
              <a:extLst>
                <a:ext uri="{FF2B5EF4-FFF2-40B4-BE49-F238E27FC236}">
                  <a16:creationId xmlns:a16="http://schemas.microsoft.com/office/drawing/2014/main" id="{2F01150A-C1EC-A6F6-CAB7-4525A1F2B3C7}"/>
                </a:ext>
              </a:extLst>
            </p:cNvPr>
            <p:cNvSpPr/>
            <p:nvPr/>
          </p:nvSpPr>
          <p:spPr>
            <a:xfrm>
              <a:off x="7468573" y="4188542"/>
              <a:ext cx="2599659" cy="1889024"/>
            </a:xfrm>
            <a:prstGeom prst="roundRect">
              <a:avLst/>
            </a:prstGeom>
            <a:solidFill>
              <a:srgbClr val="3C34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45" name="TextBox 44">
              <a:extLst>
                <a:ext uri="{FF2B5EF4-FFF2-40B4-BE49-F238E27FC236}">
                  <a16:creationId xmlns:a16="http://schemas.microsoft.com/office/drawing/2014/main" id="{0A0681D6-0733-AC15-1B84-59F35FD325FB}"/>
                </a:ext>
              </a:extLst>
            </p:cNvPr>
            <p:cNvSpPr txBox="1"/>
            <p:nvPr/>
          </p:nvSpPr>
          <p:spPr>
            <a:xfrm>
              <a:off x="7770680" y="4894527"/>
              <a:ext cx="1992752"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Identity</a:t>
              </a:r>
              <a:br>
                <a:rPr lang="en-US" sz="1400" b="1" dirty="0">
                  <a:solidFill>
                    <a:schemeClr val="bg1"/>
                  </a:solidFill>
                  <a:latin typeface="Inter" pitchFamily="34" charset="0"/>
                  <a:ea typeface="Inter" pitchFamily="34" charset="-122"/>
                  <a:cs typeface="Inter" pitchFamily="34" charset="-120"/>
                </a:rPr>
              </a:b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Keycloak</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50" name="Group 49">
            <a:extLst>
              <a:ext uri="{FF2B5EF4-FFF2-40B4-BE49-F238E27FC236}">
                <a16:creationId xmlns:a16="http://schemas.microsoft.com/office/drawing/2014/main" id="{F6FA4C9F-1976-E6A7-B7DA-A230E4CA0C28}"/>
              </a:ext>
            </a:extLst>
          </p:cNvPr>
          <p:cNvGrpSpPr/>
          <p:nvPr/>
        </p:nvGrpSpPr>
        <p:grpSpPr>
          <a:xfrm>
            <a:off x="2852328" y="3346656"/>
            <a:ext cx="4612675" cy="568852"/>
            <a:chOff x="2852328" y="3346656"/>
            <a:chExt cx="4612675" cy="568852"/>
          </a:xfrm>
        </p:grpSpPr>
        <p:sp>
          <p:nvSpPr>
            <p:cNvPr id="31" name="Rounded Rectangle 30">
              <a:extLst>
                <a:ext uri="{FF2B5EF4-FFF2-40B4-BE49-F238E27FC236}">
                  <a16:creationId xmlns:a16="http://schemas.microsoft.com/office/drawing/2014/main" id="{E83F4025-2BCD-9D7F-C512-C3BAED04DEA0}"/>
                </a:ext>
              </a:extLst>
            </p:cNvPr>
            <p:cNvSpPr/>
            <p:nvPr/>
          </p:nvSpPr>
          <p:spPr>
            <a:xfrm>
              <a:off x="2852328" y="3346656"/>
              <a:ext cx="4383242" cy="484238"/>
            </a:xfrm>
            <a:prstGeom prst="roundRect">
              <a:avLst/>
            </a:prstGeom>
            <a:solidFill>
              <a:srgbClr val="0E4D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32" name="TextBox 31">
              <a:extLst>
                <a:ext uri="{FF2B5EF4-FFF2-40B4-BE49-F238E27FC236}">
                  <a16:creationId xmlns:a16="http://schemas.microsoft.com/office/drawing/2014/main" id="{922C5ED2-68FF-65CA-54EB-C9ED8106D6DB}"/>
                </a:ext>
              </a:extLst>
            </p:cNvPr>
            <p:cNvSpPr txBox="1"/>
            <p:nvPr/>
          </p:nvSpPr>
          <p:spPr>
            <a:xfrm>
              <a:off x="2977453" y="3353840"/>
              <a:ext cx="3956010"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Processing</a:t>
              </a:r>
              <a:br>
                <a:rPr lang="en-US" sz="1400" b="1" dirty="0">
                  <a:solidFill>
                    <a:schemeClr val="bg1"/>
                  </a:solidFill>
                  <a:latin typeface="Inter" pitchFamily="34" charset="0"/>
                  <a:ea typeface="Inter" pitchFamily="34" charset="-122"/>
                  <a:cs typeface="Inter" pitchFamily="34" charset="-120"/>
                </a:rPr>
              </a:b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dlt</a:t>
              </a: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 dbt-core or </a:t>
              </a: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SQLMesh</a:t>
              </a:r>
              <a:endParaRPr lang="en-NL" sz="1400" dirty="0">
                <a:solidFill>
                  <a:schemeClr val="bg1"/>
                </a:solidFill>
                <a:latin typeface="Inter ExtraLight" panose="02000503000000020004" pitchFamily="2" charset="0"/>
                <a:ea typeface="Inter ExtraLight" panose="02000503000000020004" pitchFamily="2" charset="0"/>
              </a:endParaRPr>
            </a:p>
          </p:txBody>
        </p:sp>
        <p:sp>
          <p:nvSpPr>
            <p:cNvPr id="25" name="TextBox 24">
              <a:extLst>
                <a:ext uri="{FF2B5EF4-FFF2-40B4-BE49-F238E27FC236}">
                  <a16:creationId xmlns:a16="http://schemas.microsoft.com/office/drawing/2014/main" id="{D29D63A4-5B2E-E6A2-C12D-9674FA8E70A1}"/>
                </a:ext>
              </a:extLst>
            </p:cNvPr>
            <p:cNvSpPr txBox="1"/>
            <p:nvPr/>
          </p:nvSpPr>
          <p:spPr>
            <a:xfrm>
              <a:off x="6865235" y="3361510"/>
              <a:ext cx="599768" cy="553998"/>
            </a:xfrm>
            <a:prstGeom prst="rect">
              <a:avLst/>
            </a:prstGeom>
            <a:noFill/>
          </p:spPr>
          <p:txBody>
            <a:bodyPr wrap="square">
              <a:spAutoFit/>
            </a:bodyPr>
            <a:lstStyle/>
            <a:p>
              <a:r>
                <a:rPr lang="en-US" sz="3000" b="1" dirty="0">
                  <a:solidFill>
                    <a:srgbClr val="A0E2CB"/>
                  </a:solidFill>
                  <a:latin typeface="Space Grotesk" pitchFamily="34" charset="0"/>
                  <a:ea typeface="Space Grotesk" pitchFamily="34" charset="-122"/>
                  <a:cs typeface="Space Grotesk" pitchFamily="34" charset="-120"/>
                </a:rPr>
                <a:t>*</a:t>
              </a:r>
              <a:endParaRPr lang="en-NL" dirty="0">
                <a:solidFill>
                  <a:srgbClr val="A0E2CB"/>
                </a:solidFill>
              </a:endParaRPr>
            </a:p>
          </p:txBody>
        </p:sp>
      </p:grpSp>
    </p:spTree>
    <p:extLst>
      <p:ext uri="{BB962C8B-B14F-4D97-AF65-F5344CB8AC3E}">
        <p14:creationId xmlns:p14="http://schemas.microsoft.com/office/powerpoint/2010/main" val="3277491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500" fill="hold"/>
                                        <p:tgtEl>
                                          <p:spTgt spid="46"/>
                                        </p:tgtEl>
                                        <p:attrNameLst>
                                          <p:attrName>ppt_x</p:attrName>
                                        </p:attrNameLst>
                                      </p:cBhvr>
                                      <p:tavLst>
                                        <p:tav tm="0">
                                          <p:val>
                                            <p:strVal val="#ppt_x"/>
                                          </p:val>
                                        </p:tav>
                                        <p:tav tm="100000">
                                          <p:val>
                                            <p:strVal val="#ppt_x"/>
                                          </p:val>
                                        </p:tav>
                                      </p:tavLst>
                                    </p:anim>
                                    <p:anim calcmode="lin" valueType="num">
                                      <p:cBhvr additive="base">
                                        <p:cTn id="8"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7"/>
                                        </p:tgtEl>
                                        <p:attrNameLst>
                                          <p:attrName>style.visibility</p:attrName>
                                        </p:attrNameLst>
                                      </p:cBhvr>
                                      <p:to>
                                        <p:strVal val="visible"/>
                                      </p:to>
                                    </p:set>
                                    <p:anim calcmode="lin" valueType="num">
                                      <p:cBhvr additive="base">
                                        <p:cTn id="13" dur="500" fill="hold"/>
                                        <p:tgtEl>
                                          <p:spTgt spid="47"/>
                                        </p:tgtEl>
                                        <p:attrNameLst>
                                          <p:attrName>ppt_x</p:attrName>
                                        </p:attrNameLst>
                                      </p:cBhvr>
                                      <p:tavLst>
                                        <p:tav tm="0">
                                          <p:val>
                                            <p:strVal val="#ppt_x"/>
                                          </p:val>
                                        </p:tav>
                                        <p:tav tm="100000">
                                          <p:val>
                                            <p:strVal val="#ppt_x"/>
                                          </p:val>
                                        </p:tav>
                                      </p:tavLst>
                                    </p:anim>
                                    <p:anim calcmode="lin" valueType="num">
                                      <p:cBhvr additive="base">
                                        <p:cTn id="14"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500" fill="hold"/>
                                        <p:tgtEl>
                                          <p:spTgt spid="48"/>
                                        </p:tgtEl>
                                        <p:attrNameLst>
                                          <p:attrName>ppt_x</p:attrName>
                                        </p:attrNameLst>
                                      </p:cBhvr>
                                      <p:tavLst>
                                        <p:tav tm="0">
                                          <p:val>
                                            <p:strVal val="#ppt_x"/>
                                          </p:val>
                                        </p:tav>
                                        <p:tav tm="100000">
                                          <p:val>
                                            <p:strVal val="#ppt_x"/>
                                          </p:val>
                                        </p:tav>
                                      </p:tavLst>
                                    </p:anim>
                                    <p:anim calcmode="lin" valueType="num">
                                      <p:cBhvr additive="base">
                                        <p:cTn id="20"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9"/>
                                        </p:tgtEl>
                                        <p:attrNameLst>
                                          <p:attrName>style.visibility</p:attrName>
                                        </p:attrNameLst>
                                      </p:cBhvr>
                                      <p:to>
                                        <p:strVal val="visible"/>
                                      </p:to>
                                    </p:set>
                                    <p:anim calcmode="lin" valueType="num">
                                      <p:cBhvr additive="base">
                                        <p:cTn id="25" dur="500" fill="hold"/>
                                        <p:tgtEl>
                                          <p:spTgt spid="49"/>
                                        </p:tgtEl>
                                        <p:attrNameLst>
                                          <p:attrName>ppt_x</p:attrName>
                                        </p:attrNameLst>
                                      </p:cBhvr>
                                      <p:tavLst>
                                        <p:tav tm="0">
                                          <p:val>
                                            <p:strVal val="#ppt_x"/>
                                          </p:val>
                                        </p:tav>
                                        <p:tav tm="100000">
                                          <p:val>
                                            <p:strVal val="#ppt_x"/>
                                          </p:val>
                                        </p:tav>
                                      </p:tavLst>
                                    </p:anim>
                                    <p:anim calcmode="lin" valueType="num">
                                      <p:cBhvr additive="base">
                                        <p:cTn id="2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0"/>
                                        </p:tgtEl>
                                        <p:attrNameLst>
                                          <p:attrName>style.visibility</p:attrName>
                                        </p:attrNameLst>
                                      </p:cBhvr>
                                      <p:to>
                                        <p:strVal val="visible"/>
                                      </p:to>
                                    </p:set>
                                    <p:anim calcmode="lin" valueType="num">
                                      <p:cBhvr additive="base">
                                        <p:cTn id="31" dur="500" fill="hold"/>
                                        <p:tgtEl>
                                          <p:spTgt spid="50"/>
                                        </p:tgtEl>
                                        <p:attrNameLst>
                                          <p:attrName>ppt_x</p:attrName>
                                        </p:attrNameLst>
                                      </p:cBhvr>
                                      <p:tavLst>
                                        <p:tav tm="0">
                                          <p:val>
                                            <p:strVal val="#ppt_x"/>
                                          </p:val>
                                        </p:tav>
                                        <p:tav tm="100000">
                                          <p:val>
                                            <p:strVal val="#ppt_x"/>
                                          </p:val>
                                        </p:tav>
                                      </p:tavLst>
                                    </p:anim>
                                    <p:anim calcmode="lin" valueType="num">
                                      <p:cBhvr additive="base">
                                        <p:cTn id="3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1"/>
                                        </p:tgtEl>
                                        <p:attrNameLst>
                                          <p:attrName>style.visibility</p:attrName>
                                        </p:attrNameLst>
                                      </p:cBhvr>
                                      <p:to>
                                        <p:strVal val="visible"/>
                                      </p:to>
                                    </p:set>
                                    <p:anim calcmode="lin" valueType="num">
                                      <p:cBhvr additive="base">
                                        <p:cTn id="37" dur="500" fill="hold"/>
                                        <p:tgtEl>
                                          <p:spTgt spid="51"/>
                                        </p:tgtEl>
                                        <p:attrNameLst>
                                          <p:attrName>ppt_x</p:attrName>
                                        </p:attrNameLst>
                                      </p:cBhvr>
                                      <p:tavLst>
                                        <p:tav tm="0">
                                          <p:val>
                                            <p:strVal val="#ppt_x"/>
                                          </p:val>
                                        </p:tav>
                                        <p:tav tm="100000">
                                          <p:val>
                                            <p:strVal val="#ppt_x"/>
                                          </p:val>
                                        </p:tav>
                                      </p:tavLst>
                                    </p:anim>
                                    <p:anim calcmode="lin" valueType="num">
                                      <p:cBhvr additive="base">
                                        <p:cTn id="3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2"/>
                                        </p:tgtEl>
                                        <p:attrNameLst>
                                          <p:attrName>style.visibility</p:attrName>
                                        </p:attrNameLst>
                                      </p:cBhvr>
                                      <p:to>
                                        <p:strVal val="visible"/>
                                      </p:to>
                                    </p:set>
                                    <p:anim calcmode="lin" valueType="num">
                                      <p:cBhvr additive="base">
                                        <p:cTn id="43" dur="500" fill="hold"/>
                                        <p:tgtEl>
                                          <p:spTgt spid="52"/>
                                        </p:tgtEl>
                                        <p:attrNameLst>
                                          <p:attrName>ppt_x</p:attrName>
                                        </p:attrNameLst>
                                      </p:cBhvr>
                                      <p:tavLst>
                                        <p:tav tm="0">
                                          <p:val>
                                            <p:strVal val="#ppt_x"/>
                                          </p:val>
                                        </p:tav>
                                        <p:tav tm="100000">
                                          <p:val>
                                            <p:strVal val="#ppt_x"/>
                                          </p:val>
                                        </p:tav>
                                      </p:tavLst>
                                    </p:anim>
                                    <p:anim calcmode="lin" valueType="num">
                                      <p:cBhvr additive="base">
                                        <p:cTn id="44"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53"/>
                                        </p:tgtEl>
                                        <p:attrNameLst>
                                          <p:attrName>style.visibility</p:attrName>
                                        </p:attrNameLst>
                                      </p:cBhvr>
                                      <p:to>
                                        <p:strVal val="visible"/>
                                      </p:to>
                                    </p:set>
                                    <p:anim calcmode="lin" valueType="num">
                                      <p:cBhvr additive="base">
                                        <p:cTn id="49" dur="500" fill="hold"/>
                                        <p:tgtEl>
                                          <p:spTgt spid="53"/>
                                        </p:tgtEl>
                                        <p:attrNameLst>
                                          <p:attrName>ppt_x</p:attrName>
                                        </p:attrNameLst>
                                      </p:cBhvr>
                                      <p:tavLst>
                                        <p:tav tm="0">
                                          <p:val>
                                            <p:strVal val="1+#ppt_w/2"/>
                                          </p:val>
                                        </p:tav>
                                        <p:tav tm="100000">
                                          <p:val>
                                            <p:strVal val="#ppt_x"/>
                                          </p:val>
                                        </p:tav>
                                      </p:tavLst>
                                    </p:anim>
                                    <p:anim calcmode="lin" valueType="num">
                                      <p:cBhvr additive="base">
                                        <p:cTn id="50" dur="500" fill="hold"/>
                                        <p:tgtEl>
                                          <p:spTgt spid="53"/>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54"/>
                                        </p:tgtEl>
                                        <p:attrNameLst>
                                          <p:attrName>style.visibility</p:attrName>
                                        </p:attrNameLst>
                                      </p:cBhvr>
                                      <p:to>
                                        <p:strVal val="visible"/>
                                      </p:to>
                                    </p:set>
                                    <p:anim calcmode="lin" valueType="num">
                                      <p:cBhvr additive="base">
                                        <p:cTn id="55" dur="500" fill="hold"/>
                                        <p:tgtEl>
                                          <p:spTgt spid="54"/>
                                        </p:tgtEl>
                                        <p:attrNameLst>
                                          <p:attrName>ppt_x</p:attrName>
                                        </p:attrNameLst>
                                      </p:cBhvr>
                                      <p:tavLst>
                                        <p:tav tm="0">
                                          <p:val>
                                            <p:strVal val="1+#ppt_w/2"/>
                                          </p:val>
                                        </p:tav>
                                        <p:tav tm="100000">
                                          <p:val>
                                            <p:strVal val="#ppt_x"/>
                                          </p:val>
                                        </p:tav>
                                      </p:tavLst>
                                    </p:anim>
                                    <p:anim calcmode="lin" valueType="num">
                                      <p:cBhvr additive="base">
                                        <p:cTn id="56" dur="50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640080" y="640080"/>
            <a:ext cx="7315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ADE80"/>
                </a:solidFill>
                <a:effectLst/>
                <a:uLnTx/>
                <a:uFillTx/>
                <a:latin typeface="JetBrains Mono Medium" pitchFamily="34" charset="0"/>
                <a:ea typeface="JetBrains Mono Medium" pitchFamily="34" charset="-122"/>
                <a:cs typeface="JetBrains Mono Medium" pitchFamily="34" charset="-120"/>
              </a:rPr>
              <a:t>// demo</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640080" y="2743200"/>
            <a:ext cx="9144000" cy="1280160"/>
          </a:xfrm>
          <a:prstGeom prst="rect">
            <a:avLst/>
          </a:prstGeom>
          <a:noFill/>
          <a:ln/>
        </p:spPr>
        <p:txBody>
          <a:bodyPr wrap="square" lIns="0" tIns="0" rIns="0" bIns="0" rtlCol="0" anchor="ctr"/>
          <a:lstStyle/>
          <a:p>
            <a:pPr lvl="0"/>
            <a:r>
              <a:rPr lang="en-NL" sz="4000" b="1" dirty="0">
                <a:solidFill>
                  <a:schemeClr val="bg1"/>
                </a:solidFill>
                <a:latin typeface="Space Grotesk" pitchFamily="2" charset="77"/>
                <a:cs typeface="Space Grotesk" pitchFamily="2" charset="77"/>
              </a:rPr>
              <a:t>A self-hosted, </a:t>
            </a:r>
            <a:br>
              <a:rPr lang="en-NL" sz="4000" b="1" dirty="0">
                <a:solidFill>
                  <a:schemeClr val="bg1"/>
                </a:solidFill>
                <a:latin typeface="Space Grotesk" pitchFamily="2" charset="77"/>
                <a:cs typeface="Space Grotesk" pitchFamily="2" charset="77"/>
              </a:rPr>
            </a:br>
            <a:r>
              <a:rPr lang="en-NL" sz="4000" b="1" dirty="0">
                <a:solidFill>
                  <a:schemeClr val="bg1"/>
                </a:solidFill>
                <a:latin typeface="Space Grotesk" pitchFamily="2" charset="77"/>
                <a:cs typeface="Space Grotesk" pitchFamily="2" charset="77"/>
              </a:rPr>
              <a:t>open-source </a:t>
            </a:r>
            <a:br>
              <a:rPr lang="en-NL" sz="4000" b="1" dirty="0">
                <a:solidFill>
                  <a:schemeClr val="bg1"/>
                </a:solidFill>
                <a:latin typeface="Space Grotesk" pitchFamily="2" charset="77"/>
                <a:cs typeface="Space Grotesk" pitchFamily="2" charset="77"/>
              </a:rPr>
            </a:br>
            <a:r>
              <a:rPr lang="en-NL" sz="4000" b="1" dirty="0">
                <a:solidFill>
                  <a:schemeClr val="bg1"/>
                </a:solidFill>
                <a:latin typeface="Space Grotesk" pitchFamily="2" charset="77"/>
                <a:cs typeface="Space Grotesk" pitchFamily="2" charset="77"/>
              </a:rPr>
              <a:t>lakehouse</a:t>
            </a:r>
            <a:endParaRPr kumimoji="0" lang="en-US" sz="8000" b="1" u="none" strike="noStrike" kern="1200" cap="none" spc="0" normalizeH="0" baseline="0" noProof="0" dirty="0">
              <a:ln>
                <a:noFill/>
              </a:ln>
              <a:solidFill>
                <a:schemeClr val="bg1"/>
              </a:solidFill>
              <a:effectLst/>
              <a:uLnTx/>
              <a:uFillTx/>
              <a:latin typeface="Space Grotesk" pitchFamily="2" charset="77"/>
              <a:cs typeface="Space Grotesk" pitchFamily="2" charset="77"/>
            </a:endParaRPr>
          </a:p>
        </p:txBody>
      </p:sp>
      <p:grpSp>
        <p:nvGrpSpPr>
          <p:cNvPr id="3" name="Group 2">
            <a:extLst>
              <a:ext uri="{FF2B5EF4-FFF2-40B4-BE49-F238E27FC236}">
                <a16:creationId xmlns:a16="http://schemas.microsoft.com/office/drawing/2014/main" id="{2A4CBE0A-5595-B92C-351A-57DEC8E3FD42}"/>
              </a:ext>
            </a:extLst>
          </p:cNvPr>
          <p:cNvGrpSpPr/>
          <p:nvPr/>
        </p:nvGrpSpPr>
        <p:grpSpPr>
          <a:xfrm>
            <a:off x="6370780" y="1682921"/>
            <a:ext cx="4383242" cy="484238"/>
            <a:chOff x="2852328" y="2219634"/>
            <a:chExt cx="4383242" cy="484238"/>
          </a:xfrm>
        </p:grpSpPr>
        <p:sp>
          <p:nvSpPr>
            <p:cNvPr id="4" name="Rounded Rectangle 3">
              <a:extLst>
                <a:ext uri="{FF2B5EF4-FFF2-40B4-BE49-F238E27FC236}">
                  <a16:creationId xmlns:a16="http://schemas.microsoft.com/office/drawing/2014/main" id="{55A9331B-1B21-D605-BD00-0273041E3412}"/>
                </a:ext>
              </a:extLst>
            </p:cNvPr>
            <p:cNvSpPr/>
            <p:nvPr/>
          </p:nvSpPr>
          <p:spPr>
            <a:xfrm>
              <a:off x="2852328" y="2219634"/>
              <a:ext cx="4383242" cy="484238"/>
            </a:xfrm>
            <a:prstGeom prst="roundRect">
              <a:avLst/>
            </a:prstGeom>
            <a:solidFill>
              <a:srgbClr val="0E4D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6" name="TextBox 5">
              <a:extLst>
                <a:ext uri="{FF2B5EF4-FFF2-40B4-BE49-F238E27FC236}">
                  <a16:creationId xmlns:a16="http://schemas.microsoft.com/office/drawing/2014/main" id="{73B763C6-7F2D-EDBA-DFE9-AFA4DB2C1E64}"/>
                </a:ext>
              </a:extLst>
            </p:cNvPr>
            <p:cNvSpPr txBox="1"/>
            <p:nvPr/>
          </p:nvSpPr>
          <p:spPr>
            <a:xfrm>
              <a:off x="2977453" y="2226818"/>
              <a:ext cx="3956010"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Consumption (Dashboard)</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Apache Superset</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7" name="Group 6">
            <a:extLst>
              <a:ext uri="{FF2B5EF4-FFF2-40B4-BE49-F238E27FC236}">
                <a16:creationId xmlns:a16="http://schemas.microsoft.com/office/drawing/2014/main" id="{E44AA3DB-D1FC-3C1D-F4E1-F871AA0DAE6A}"/>
              </a:ext>
            </a:extLst>
          </p:cNvPr>
          <p:cNvGrpSpPr/>
          <p:nvPr/>
        </p:nvGrpSpPr>
        <p:grpSpPr>
          <a:xfrm>
            <a:off x="6370780" y="2248275"/>
            <a:ext cx="4383242" cy="484238"/>
            <a:chOff x="2852328" y="2784988"/>
            <a:chExt cx="4383242" cy="484238"/>
          </a:xfrm>
        </p:grpSpPr>
        <p:sp>
          <p:nvSpPr>
            <p:cNvPr id="8" name="Rounded Rectangle 7">
              <a:extLst>
                <a:ext uri="{FF2B5EF4-FFF2-40B4-BE49-F238E27FC236}">
                  <a16:creationId xmlns:a16="http://schemas.microsoft.com/office/drawing/2014/main" id="{6A6DFF4F-B099-15C2-E018-3524FF72EA9E}"/>
                </a:ext>
              </a:extLst>
            </p:cNvPr>
            <p:cNvSpPr/>
            <p:nvPr/>
          </p:nvSpPr>
          <p:spPr>
            <a:xfrm>
              <a:off x="2852328" y="2784988"/>
              <a:ext cx="4383242" cy="484238"/>
            </a:xfrm>
            <a:prstGeom prst="roundRect">
              <a:avLst/>
            </a:prstGeom>
            <a:solidFill>
              <a:srgbClr val="0E4D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9" name="TextBox 8">
              <a:extLst>
                <a:ext uri="{FF2B5EF4-FFF2-40B4-BE49-F238E27FC236}">
                  <a16:creationId xmlns:a16="http://schemas.microsoft.com/office/drawing/2014/main" id="{E5A1909B-19F2-6CE0-2F7E-6A51F0F844DA}"/>
                </a:ext>
              </a:extLst>
            </p:cNvPr>
            <p:cNvSpPr txBox="1"/>
            <p:nvPr/>
          </p:nvSpPr>
          <p:spPr>
            <a:xfrm>
              <a:off x="2977453" y="2792172"/>
              <a:ext cx="3956010"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Compute (Query Engine)</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Trino &amp; </a:t>
              </a: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DuckDB</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10" name="Group 9">
            <a:extLst>
              <a:ext uri="{FF2B5EF4-FFF2-40B4-BE49-F238E27FC236}">
                <a16:creationId xmlns:a16="http://schemas.microsoft.com/office/drawing/2014/main" id="{505B742D-20AD-9376-2AE4-BE2946CDF5C2}"/>
              </a:ext>
            </a:extLst>
          </p:cNvPr>
          <p:cNvGrpSpPr/>
          <p:nvPr/>
        </p:nvGrpSpPr>
        <p:grpSpPr>
          <a:xfrm>
            <a:off x="6370780" y="3371611"/>
            <a:ext cx="4383242" cy="484238"/>
            <a:chOff x="2852328" y="3908324"/>
            <a:chExt cx="4383242" cy="484238"/>
          </a:xfrm>
        </p:grpSpPr>
        <p:sp>
          <p:nvSpPr>
            <p:cNvPr id="11" name="Rounded Rectangle 10">
              <a:extLst>
                <a:ext uri="{FF2B5EF4-FFF2-40B4-BE49-F238E27FC236}">
                  <a16:creationId xmlns:a16="http://schemas.microsoft.com/office/drawing/2014/main" id="{2E07D937-3087-8EA3-AC79-BA5B52055122}"/>
                </a:ext>
              </a:extLst>
            </p:cNvPr>
            <p:cNvSpPr/>
            <p:nvPr/>
          </p:nvSpPr>
          <p:spPr>
            <a:xfrm>
              <a:off x="2852328" y="3908324"/>
              <a:ext cx="4383242" cy="484238"/>
            </a:xfrm>
            <a:prstGeom prst="roundRect">
              <a:avLst/>
            </a:prstGeom>
            <a:solidFill>
              <a:srgbClr val="0E4D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12" name="TextBox 11">
              <a:extLst>
                <a:ext uri="{FF2B5EF4-FFF2-40B4-BE49-F238E27FC236}">
                  <a16:creationId xmlns:a16="http://schemas.microsoft.com/office/drawing/2014/main" id="{B4CAEDF3-BAC9-AF34-EE49-07CB52492B99}"/>
                </a:ext>
              </a:extLst>
            </p:cNvPr>
            <p:cNvSpPr txBox="1"/>
            <p:nvPr/>
          </p:nvSpPr>
          <p:spPr>
            <a:xfrm>
              <a:off x="2977453" y="3915508"/>
              <a:ext cx="3956010"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Catalog</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Apache Polaris, Iceberg REST API</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13" name="Group 12">
            <a:extLst>
              <a:ext uri="{FF2B5EF4-FFF2-40B4-BE49-F238E27FC236}">
                <a16:creationId xmlns:a16="http://schemas.microsoft.com/office/drawing/2014/main" id="{A0FB6488-7D8F-6B06-539D-7F5C884490F6}"/>
              </a:ext>
            </a:extLst>
          </p:cNvPr>
          <p:cNvGrpSpPr/>
          <p:nvPr/>
        </p:nvGrpSpPr>
        <p:grpSpPr>
          <a:xfrm>
            <a:off x="6370780" y="3933279"/>
            <a:ext cx="4383242" cy="484238"/>
            <a:chOff x="2852328" y="4469992"/>
            <a:chExt cx="4383242" cy="484238"/>
          </a:xfrm>
        </p:grpSpPr>
        <p:sp>
          <p:nvSpPr>
            <p:cNvPr id="14" name="Rounded Rectangle 13">
              <a:extLst>
                <a:ext uri="{FF2B5EF4-FFF2-40B4-BE49-F238E27FC236}">
                  <a16:creationId xmlns:a16="http://schemas.microsoft.com/office/drawing/2014/main" id="{49E45525-A668-ABD4-E9A7-82DEE3C95754}"/>
                </a:ext>
              </a:extLst>
            </p:cNvPr>
            <p:cNvSpPr/>
            <p:nvPr/>
          </p:nvSpPr>
          <p:spPr>
            <a:xfrm>
              <a:off x="2852328" y="4469992"/>
              <a:ext cx="4383242" cy="484238"/>
            </a:xfrm>
            <a:prstGeom prst="roundRect">
              <a:avLst/>
            </a:prstGeom>
            <a:solidFill>
              <a:srgbClr val="0E4D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15" name="TextBox 14">
              <a:extLst>
                <a:ext uri="{FF2B5EF4-FFF2-40B4-BE49-F238E27FC236}">
                  <a16:creationId xmlns:a16="http://schemas.microsoft.com/office/drawing/2014/main" id="{5214F3AB-8F5F-1ECD-B5DF-7B9A2267AC02}"/>
                </a:ext>
              </a:extLst>
            </p:cNvPr>
            <p:cNvSpPr txBox="1"/>
            <p:nvPr/>
          </p:nvSpPr>
          <p:spPr>
            <a:xfrm>
              <a:off x="2977453" y="4477176"/>
              <a:ext cx="3956010"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Table format</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Apache Iceberg on Parquet</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16" name="Group 15">
            <a:extLst>
              <a:ext uri="{FF2B5EF4-FFF2-40B4-BE49-F238E27FC236}">
                <a16:creationId xmlns:a16="http://schemas.microsoft.com/office/drawing/2014/main" id="{5874042F-8A15-7C9E-FEA7-156CB73C6753}"/>
              </a:ext>
            </a:extLst>
          </p:cNvPr>
          <p:cNvGrpSpPr/>
          <p:nvPr/>
        </p:nvGrpSpPr>
        <p:grpSpPr>
          <a:xfrm>
            <a:off x="6370780" y="4494947"/>
            <a:ext cx="4383242" cy="484238"/>
            <a:chOff x="2852328" y="5031660"/>
            <a:chExt cx="4383242" cy="484238"/>
          </a:xfrm>
        </p:grpSpPr>
        <p:sp>
          <p:nvSpPr>
            <p:cNvPr id="17" name="Rounded Rectangle 16">
              <a:extLst>
                <a:ext uri="{FF2B5EF4-FFF2-40B4-BE49-F238E27FC236}">
                  <a16:creationId xmlns:a16="http://schemas.microsoft.com/office/drawing/2014/main" id="{6D31DFCF-2B10-7CD0-1F8A-3DC39017B082}"/>
                </a:ext>
              </a:extLst>
            </p:cNvPr>
            <p:cNvSpPr/>
            <p:nvPr/>
          </p:nvSpPr>
          <p:spPr>
            <a:xfrm>
              <a:off x="2852328" y="5031660"/>
              <a:ext cx="4383242" cy="484238"/>
            </a:xfrm>
            <a:prstGeom prst="roundRect">
              <a:avLst/>
            </a:prstGeom>
            <a:solidFill>
              <a:srgbClr val="0E4D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18" name="TextBox 17">
              <a:extLst>
                <a:ext uri="{FF2B5EF4-FFF2-40B4-BE49-F238E27FC236}">
                  <a16:creationId xmlns:a16="http://schemas.microsoft.com/office/drawing/2014/main" id="{3E2245B4-FB92-8628-2ACA-77B1F73E9B34}"/>
                </a:ext>
              </a:extLst>
            </p:cNvPr>
            <p:cNvSpPr txBox="1"/>
            <p:nvPr/>
          </p:nvSpPr>
          <p:spPr>
            <a:xfrm>
              <a:off x="2977453" y="5038844"/>
              <a:ext cx="3956010"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Object storage</a:t>
              </a:r>
              <a:br>
                <a:rPr lang="en-US" sz="1400" b="1" dirty="0">
                  <a:solidFill>
                    <a:schemeClr val="bg1"/>
                  </a:solidFill>
                  <a:latin typeface="Inter" pitchFamily="34" charset="0"/>
                  <a:ea typeface="Inter" pitchFamily="34" charset="-122"/>
                  <a:cs typeface="Inter" pitchFamily="34" charset="-120"/>
                </a:rPr>
              </a:b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SeaweedFS</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19" name="Group 18">
            <a:extLst>
              <a:ext uri="{FF2B5EF4-FFF2-40B4-BE49-F238E27FC236}">
                <a16:creationId xmlns:a16="http://schemas.microsoft.com/office/drawing/2014/main" id="{C57084D6-9FB6-48BB-2666-FF01CE3F2E65}"/>
              </a:ext>
            </a:extLst>
          </p:cNvPr>
          <p:cNvGrpSpPr/>
          <p:nvPr/>
        </p:nvGrpSpPr>
        <p:grpSpPr>
          <a:xfrm>
            <a:off x="6370780" y="5056615"/>
            <a:ext cx="4383242" cy="484238"/>
            <a:chOff x="2852328" y="5593328"/>
            <a:chExt cx="4383242" cy="484238"/>
          </a:xfrm>
        </p:grpSpPr>
        <p:sp>
          <p:nvSpPr>
            <p:cNvPr id="20" name="Rounded Rectangle 19">
              <a:extLst>
                <a:ext uri="{FF2B5EF4-FFF2-40B4-BE49-F238E27FC236}">
                  <a16:creationId xmlns:a16="http://schemas.microsoft.com/office/drawing/2014/main" id="{D885E616-F2EC-E600-1C0F-992D349EF8C5}"/>
                </a:ext>
              </a:extLst>
            </p:cNvPr>
            <p:cNvSpPr/>
            <p:nvPr/>
          </p:nvSpPr>
          <p:spPr>
            <a:xfrm>
              <a:off x="2852328" y="5593328"/>
              <a:ext cx="4383242" cy="484238"/>
            </a:xfrm>
            <a:prstGeom prst="round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21" name="TextBox 20">
              <a:extLst>
                <a:ext uri="{FF2B5EF4-FFF2-40B4-BE49-F238E27FC236}">
                  <a16:creationId xmlns:a16="http://schemas.microsoft.com/office/drawing/2014/main" id="{3862D35F-FA41-1ADF-F11D-4A0F10792ADD}"/>
                </a:ext>
              </a:extLst>
            </p:cNvPr>
            <p:cNvSpPr txBox="1"/>
            <p:nvPr/>
          </p:nvSpPr>
          <p:spPr>
            <a:xfrm>
              <a:off x="2977453" y="5600512"/>
              <a:ext cx="3956010" cy="477054"/>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Infrastructure</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Docker</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22" name="Group 21">
            <a:extLst>
              <a:ext uri="{FF2B5EF4-FFF2-40B4-BE49-F238E27FC236}">
                <a16:creationId xmlns:a16="http://schemas.microsoft.com/office/drawing/2014/main" id="{9853D438-11BD-F028-767F-1E2BD547B4D0}"/>
              </a:ext>
            </a:extLst>
          </p:cNvPr>
          <p:cNvGrpSpPr/>
          <p:nvPr/>
        </p:nvGrpSpPr>
        <p:grpSpPr>
          <a:xfrm>
            <a:off x="6370780" y="2809943"/>
            <a:ext cx="4383242" cy="484238"/>
            <a:chOff x="2852328" y="3346656"/>
            <a:chExt cx="4383242" cy="484238"/>
          </a:xfrm>
        </p:grpSpPr>
        <p:sp>
          <p:nvSpPr>
            <p:cNvPr id="23" name="Rounded Rectangle 22">
              <a:extLst>
                <a:ext uri="{FF2B5EF4-FFF2-40B4-BE49-F238E27FC236}">
                  <a16:creationId xmlns:a16="http://schemas.microsoft.com/office/drawing/2014/main" id="{E8761673-CEF3-D64D-3E18-2C4D4E90E5A8}"/>
                </a:ext>
              </a:extLst>
            </p:cNvPr>
            <p:cNvSpPr/>
            <p:nvPr/>
          </p:nvSpPr>
          <p:spPr>
            <a:xfrm>
              <a:off x="2852328" y="3346656"/>
              <a:ext cx="4383242" cy="484238"/>
            </a:xfrm>
            <a:prstGeom prst="roundRect">
              <a:avLst/>
            </a:prstGeom>
            <a:solidFill>
              <a:srgbClr val="0E4D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24" name="TextBox 23">
              <a:extLst>
                <a:ext uri="{FF2B5EF4-FFF2-40B4-BE49-F238E27FC236}">
                  <a16:creationId xmlns:a16="http://schemas.microsoft.com/office/drawing/2014/main" id="{47EFEF44-0D0D-4F30-467C-FDE258E13D04}"/>
                </a:ext>
              </a:extLst>
            </p:cNvPr>
            <p:cNvSpPr txBox="1"/>
            <p:nvPr/>
          </p:nvSpPr>
          <p:spPr>
            <a:xfrm>
              <a:off x="2977453" y="3353840"/>
              <a:ext cx="3956010" cy="469359"/>
            </a:xfrm>
            <a:prstGeom prst="rect">
              <a:avLst/>
            </a:prstGeom>
            <a:no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Processing (ETL)</a:t>
              </a:r>
              <a:br>
                <a:rPr lang="en-US" sz="1400" b="1" dirty="0">
                  <a:solidFill>
                    <a:schemeClr val="bg1"/>
                  </a:solidFill>
                  <a:latin typeface="Inter" pitchFamily="34" charset="0"/>
                  <a:ea typeface="Inter" pitchFamily="34" charset="-122"/>
                  <a:cs typeface="Inter" pitchFamily="34" charset="-120"/>
                </a:rPr>
              </a:b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dlt</a:t>
              </a: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 &amp; </a:t>
              </a: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dbt</a:t>
              </a: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-core</a:t>
              </a:r>
              <a:endParaRPr lang="en-NL" sz="1400" dirty="0">
                <a:solidFill>
                  <a:schemeClr val="bg1"/>
                </a:solidFill>
                <a:latin typeface="Inter ExtraLight" panose="02000503000000020004" pitchFamily="2" charset="0"/>
                <a:ea typeface="Inter ExtraLight" panose="02000503000000020004" pitchFamily="2" charset="0"/>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A19"/>
        </a:solidFill>
        <a:effectLst/>
      </p:bgPr>
    </p:bg>
    <p:spTree>
      <p:nvGrpSpPr>
        <p:cNvPr id="1" name="">
          <a:extLst>
            <a:ext uri="{FF2B5EF4-FFF2-40B4-BE49-F238E27FC236}">
              <a16:creationId xmlns:a16="http://schemas.microsoft.com/office/drawing/2014/main" id="{F7B9D735-308E-E090-DA23-4B0FADA7740F}"/>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BEED52CE-FCFF-ACF6-BC62-F5A7F7E47F2A}"/>
              </a:ext>
            </a:extLst>
          </p:cNvPr>
          <p:cNvSpPr/>
          <p:nvPr/>
        </p:nvSpPr>
        <p:spPr>
          <a:xfrm>
            <a:off x="2437054" y="1848464"/>
            <a:ext cx="8013290" cy="4857136"/>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ext 0">
            <a:extLst>
              <a:ext uri="{FF2B5EF4-FFF2-40B4-BE49-F238E27FC236}">
                <a16:creationId xmlns:a16="http://schemas.microsoft.com/office/drawing/2014/main" id="{C7559FB9-5059-8AEB-FC5F-3D57271F9DE8}"/>
              </a:ext>
            </a:extLst>
          </p:cNvPr>
          <p:cNvSpPr/>
          <p:nvPr/>
        </p:nvSpPr>
        <p:spPr>
          <a:xfrm>
            <a:off x="640080" y="59436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5. the uncomfortable truth</a:t>
            </a:r>
            <a:endParaRPr lang="en-US" sz="1300" dirty="0"/>
          </a:p>
        </p:txBody>
      </p:sp>
      <p:sp>
        <p:nvSpPr>
          <p:cNvPr id="3" name="Text 1">
            <a:extLst>
              <a:ext uri="{FF2B5EF4-FFF2-40B4-BE49-F238E27FC236}">
                <a16:creationId xmlns:a16="http://schemas.microsoft.com/office/drawing/2014/main" id="{85549075-6A79-2F61-1628-BDC6C77FAE9E}"/>
              </a:ext>
            </a:extLst>
          </p:cNvPr>
          <p:cNvSpPr/>
          <p:nvPr/>
        </p:nvSpPr>
        <p:spPr>
          <a:xfrm>
            <a:off x="640080" y="1005840"/>
            <a:ext cx="10515600" cy="731520"/>
          </a:xfrm>
          <a:prstGeom prst="rect">
            <a:avLst/>
          </a:prstGeom>
          <a:noFill/>
          <a:ln/>
        </p:spPr>
        <p:txBody>
          <a:bodyPr wrap="square" lIns="0" tIns="0" rIns="0" bIns="0" rtlCol="0" anchor="ctr"/>
          <a:lstStyle/>
          <a:p>
            <a:pPr marL="0" indent="0">
              <a:buNone/>
            </a:pPr>
            <a:r>
              <a:rPr lang="en-US" sz="3000" b="1" dirty="0">
                <a:solidFill>
                  <a:srgbClr val="FFFFFF"/>
                </a:solidFill>
                <a:latin typeface="Space Grotesk" pitchFamily="34" charset="0"/>
                <a:ea typeface="Space Grotesk" pitchFamily="34" charset="-122"/>
                <a:cs typeface="Space Grotesk" pitchFamily="34" charset="-120"/>
              </a:rPr>
              <a:t>Awesome! We now own the control plane!</a:t>
            </a:r>
            <a:endParaRPr lang="en-US" sz="3000" dirty="0"/>
          </a:p>
        </p:txBody>
      </p:sp>
      <p:grpSp>
        <p:nvGrpSpPr>
          <p:cNvPr id="52" name="Group 51">
            <a:extLst>
              <a:ext uri="{FF2B5EF4-FFF2-40B4-BE49-F238E27FC236}">
                <a16:creationId xmlns:a16="http://schemas.microsoft.com/office/drawing/2014/main" id="{46ECA371-D2CD-B755-738B-DD48857C2BC2}"/>
              </a:ext>
            </a:extLst>
          </p:cNvPr>
          <p:cNvGrpSpPr/>
          <p:nvPr/>
        </p:nvGrpSpPr>
        <p:grpSpPr>
          <a:xfrm>
            <a:off x="2852328" y="2219634"/>
            <a:ext cx="4383242" cy="484238"/>
            <a:chOff x="2852328" y="2219634"/>
            <a:chExt cx="4383242" cy="484238"/>
          </a:xfrm>
          <a:solidFill>
            <a:schemeClr val="bg1">
              <a:lumMod val="75000"/>
            </a:schemeClr>
          </a:solidFill>
        </p:grpSpPr>
        <p:sp>
          <p:nvSpPr>
            <p:cNvPr id="27" name="Rounded Rectangle 26">
              <a:extLst>
                <a:ext uri="{FF2B5EF4-FFF2-40B4-BE49-F238E27FC236}">
                  <a16:creationId xmlns:a16="http://schemas.microsoft.com/office/drawing/2014/main" id="{4004872E-6F42-68B2-568B-DC40A184C0C6}"/>
                </a:ext>
              </a:extLst>
            </p:cNvPr>
            <p:cNvSpPr/>
            <p:nvPr/>
          </p:nvSpPr>
          <p:spPr>
            <a:xfrm>
              <a:off x="2852328" y="2219634"/>
              <a:ext cx="4383242" cy="48423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28" name="TextBox 27">
              <a:extLst>
                <a:ext uri="{FF2B5EF4-FFF2-40B4-BE49-F238E27FC236}">
                  <a16:creationId xmlns:a16="http://schemas.microsoft.com/office/drawing/2014/main" id="{A7122C2A-70E9-2AF9-009E-E70BE06385A2}"/>
                </a:ext>
              </a:extLst>
            </p:cNvPr>
            <p:cNvSpPr txBox="1"/>
            <p:nvPr/>
          </p:nvSpPr>
          <p:spPr>
            <a:xfrm>
              <a:off x="2977453" y="2226818"/>
              <a:ext cx="3956010" cy="477054"/>
            </a:xfrm>
            <a:prstGeom prst="rect">
              <a:avLst/>
            </a:prstGeom>
            <a:grp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Consumption</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Apache Superset, Evidence</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51" name="Group 50">
            <a:extLst>
              <a:ext uri="{FF2B5EF4-FFF2-40B4-BE49-F238E27FC236}">
                <a16:creationId xmlns:a16="http://schemas.microsoft.com/office/drawing/2014/main" id="{E4026A62-FB91-AC87-AE57-23A4B1CA2052}"/>
              </a:ext>
            </a:extLst>
          </p:cNvPr>
          <p:cNvGrpSpPr/>
          <p:nvPr/>
        </p:nvGrpSpPr>
        <p:grpSpPr>
          <a:xfrm>
            <a:off x="2852328" y="2784988"/>
            <a:ext cx="4383242" cy="484238"/>
            <a:chOff x="2852328" y="2784988"/>
            <a:chExt cx="4383242" cy="484238"/>
          </a:xfrm>
          <a:solidFill>
            <a:schemeClr val="bg1">
              <a:lumMod val="75000"/>
            </a:schemeClr>
          </a:solidFill>
        </p:grpSpPr>
        <p:sp>
          <p:nvSpPr>
            <p:cNvPr id="29" name="Rounded Rectangle 28">
              <a:extLst>
                <a:ext uri="{FF2B5EF4-FFF2-40B4-BE49-F238E27FC236}">
                  <a16:creationId xmlns:a16="http://schemas.microsoft.com/office/drawing/2014/main" id="{A9BE4E92-517F-6733-BCD0-1F768ACFA2D4}"/>
                </a:ext>
              </a:extLst>
            </p:cNvPr>
            <p:cNvSpPr/>
            <p:nvPr/>
          </p:nvSpPr>
          <p:spPr>
            <a:xfrm>
              <a:off x="2852328" y="2784988"/>
              <a:ext cx="4383242" cy="48423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30" name="TextBox 29">
              <a:extLst>
                <a:ext uri="{FF2B5EF4-FFF2-40B4-BE49-F238E27FC236}">
                  <a16:creationId xmlns:a16="http://schemas.microsoft.com/office/drawing/2014/main" id="{D136BE31-2886-DA55-A58D-85664E93BFE4}"/>
                </a:ext>
              </a:extLst>
            </p:cNvPr>
            <p:cNvSpPr txBox="1"/>
            <p:nvPr/>
          </p:nvSpPr>
          <p:spPr>
            <a:xfrm>
              <a:off x="2977453" y="2792172"/>
              <a:ext cx="3956010" cy="477054"/>
            </a:xfrm>
            <a:prstGeom prst="rect">
              <a:avLst/>
            </a:prstGeom>
            <a:grp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Compute</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Trino, </a:t>
              </a: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DuckDB</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49" name="Group 48">
            <a:extLst>
              <a:ext uri="{FF2B5EF4-FFF2-40B4-BE49-F238E27FC236}">
                <a16:creationId xmlns:a16="http://schemas.microsoft.com/office/drawing/2014/main" id="{B3C54943-9315-56A6-2543-F096B28372E8}"/>
              </a:ext>
            </a:extLst>
          </p:cNvPr>
          <p:cNvGrpSpPr/>
          <p:nvPr/>
        </p:nvGrpSpPr>
        <p:grpSpPr>
          <a:xfrm>
            <a:off x="2852328" y="3908324"/>
            <a:ext cx="4383242" cy="484238"/>
            <a:chOff x="2852328" y="3908324"/>
            <a:chExt cx="4383242" cy="484238"/>
          </a:xfrm>
          <a:solidFill>
            <a:schemeClr val="bg1">
              <a:lumMod val="75000"/>
            </a:schemeClr>
          </a:solidFill>
        </p:grpSpPr>
        <p:sp>
          <p:nvSpPr>
            <p:cNvPr id="33" name="Rounded Rectangle 32">
              <a:extLst>
                <a:ext uri="{FF2B5EF4-FFF2-40B4-BE49-F238E27FC236}">
                  <a16:creationId xmlns:a16="http://schemas.microsoft.com/office/drawing/2014/main" id="{F8D6B2D4-137F-3CA0-B4CD-FDA4FFA9C6D9}"/>
                </a:ext>
              </a:extLst>
            </p:cNvPr>
            <p:cNvSpPr/>
            <p:nvPr/>
          </p:nvSpPr>
          <p:spPr>
            <a:xfrm>
              <a:off x="2852328" y="3908324"/>
              <a:ext cx="4383242" cy="48423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34" name="TextBox 33">
              <a:extLst>
                <a:ext uri="{FF2B5EF4-FFF2-40B4-BE49-F238E27FC236}">
                  <a16:creationId xmlns:a16="http://schemas.microsoft.com/office/drawing/2014/main" id="{B0A68C3C-D9E9-0451-A787-094B1F6B7C66}"/>
                </a:ext>
              </a:extLst>
            </p:cNvPr>
            <p:cNvSpPr txBox="1"/>
            <p:nvPr/>
          </p:nvSpPr>
          <p:spPr>
            <a:xfrm>
              <a:off x="2977453" y="3915508"/>
              <a:ext cx="3956010" cy="477054"/>
            </a:xfrm>
            <a:prstGeom prst="rect">
              <a:avLst/>
            </a:prstGeom>
            <a:grp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Catalog</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Apache Polaris, Iceberg REST API</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48" name="Group 47">
            <a:extLst>
              <a:ext uri="{FF2B5EF4-FFF2-40B4-BE49-F238E27FC236}">
                <a16:creationId xmlns:a16="http://schemas.microsoft.com/office/drawing/2014/main" id="{E7FAACEE-8400-C6CF-23AF-FF6811F82D94}"/>
              </a:ext>
            </a:extLst>
          </p:cNvPr>
          <p:cNvGrpSpPr/>
          <p:nvPr/>
        </p:nvGrpSpPr>
        <p:grpSpPr>
          <a:xfrm>
            <a:off x="2852328" y="4469992"/>
            <a:ext cx="4383242" cy="484238"/>
            <a:chOff x="2852328" y="4469992"/>
            <a:chExt cx="4383242" cy="484238"/>
          </a:xfrm>
          <a:solidFill>
            <a:schemeClr val="bg1">
              <a:lumMod val="75000"/>
            </a:schemeClr>
          </a:solidFill>
        </p:grpSpPr>
        <p:sp>
          <p:nvSpPr>
            <p:cNvPr id="35" name="Rounded Rectangle 34">
              <a:extLst>
                <a:ext uri="{FF2B5EF4-FFF2-40B4-BE49-F238E27FC236}">
                  <a16:creationId xmlns:a16="http://schemas.microsoft.com/office/drawing/2014/main" id="{B58E1A74-48FC-D886-8243-3EF3FFEA6565}"/>
                </a:ext>
              </a:extLst>
            </p:cNvPr>
            <p:cNvSpPr/>
            <p:nvPr/>
          </p:nvSpPr>
          <p:spPr>
            <a:xfrm>
              <a:off x="2852328" y="4469992"/>
              <a:ext cx="4383242" cy="48423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36" name="TextBox 35">
              <a:extLst>
                <a:ext uri="{FF2B5EF4-FFF2-40B4-BE49-F238E27FC236}">
                  <a16:creationId xmlns:a16="http://schemas.microsoft.com/office/drawing/2014/main" id="{EEB1C70C-C933-6F48-5442-E645F91ED8B6}"/>
                </a:ext>
              </a:extLst>
            </p:cNvPr>
            <p:cNvSpPr txBox="1"/>
            <p:nvPr/>
          </p:nvSpPr>
          <p:spPr>
            <a:xfrm>
              <a:off x="2977453" y="4477176"/>
              <a:ext cx="3956010" cy="477054"/>
            </a:xfrm>
            <a:prstGeom prst="rect">
              <a:avLst/>
            </a:prstGeom>
            <a:grp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Table format</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Apache Iceberg on Parquet</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47" name="Group 46">
            <a:extLst>
              <a:ext uri="{FF2B5EF4-FFF2-40B4-BE49-F238E27FC236}">
                <a16:creationId xmlns:a16="http://schemas.microsoft.com/office/drawing/2014/main" id="{81E2B077-B6F3-7DB7-179B-F8CAD0D0E58A}"/>
              </a:ext>
            </a:extLst>
          </p:cNvPr>
          <p:cNvGrpSpPr/>
          <p:nvPr/>
        </p:nvGrpSpPr>
        <p:grpSpPr>
          <a:xfrm>
            <a:off x="2852328" y="5031660"/>
            <a:ext cx="4383242" cy="484238"/>
            <a:chOff x="2852328" y="5031660"/>
            <a:chExt cx="4383242" cy="484238"/>
          </a:xfrm>
          <a:solidFill>
            <a:schemeClr val="bg1">
              <a:lumMod val="75000"/>
            </a:schemeClr>
          </a:solidFill>
        </p:grpSpPr>
        <p:sp>
          <p:nvSpPr>
            <p:cNvPr id="37" name="Rounded Rectangle 36">
              <a:extLst>
                <a:ext uri="{FF2B5EF4-FFF2-40B4-BE49-F238E27FC236}">
                  <a16:creationId xmlns:a16="http://schemas.microsoft.com/office/drawing/2014/main" id="{49DA7728-AFE1-CD0A-6947-D619ED6CC076}"/>
                </a:ext>
              </a:extLst>
            </p:cNvPr>
            <p:cNvSpPr/>
            <p:nvPr/>
          </p:nvSpPr>
          <p:spPr>
            <a:xfrm>
              <a:off x="2852328" y="5031660"/>
              <a:ext cx="4383242" cy="48423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38" name="TextBox 37">
              <a:extLst>
                <a:ext uri="{FF2B5EF4-FFF2-40B4-BE49-F238E27FC236}">
                  <a16:creationId xmlns:a16="http://schemas.microsoft.com/office/drawing/2014/main" id="{EABA904F-B795-320B-2EC6-BB076A1DBA40}"/>
                </a:ext>
              </a:extLst>
            </p:cNvPr>
            <p:cNvSpPr txBox="1"/>
            <p:nvPr/>
          </p:nvSpPr>
          <p:spPr>
            <a:xfrm>
              <a:off x="2977453" y="5038844"/>
              <a:ext cx="3956010" cy="477054"/>
            </a:xfrm>
            <a:prstGeom prst="rect">
              <a:avLst/>
            </a:prstGeom>
            <a:grp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Object storage</a:t>
              </a:r>
              <a:br>
                <a:rPr lang="en-US" sz="1400" b="1" dirty="0">
                  <a:solidFill>
                    <a:schemeClr val="bg1"/>
                  </a:solidFill>
                  <a:latin typeface="Inter" pitchFamily="34" charset="0"/>
                  <a:ea typeface="Inter" pitchFamily="34" charset="-122"/>
                  <a:cs typeface="Inter" pitchFamily="34" charset="-120"/>
                </a:rPr>
              </a:b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SeaweedFS</a:t>
              </a: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 Ceph</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46" name="Group 45">
            <a:extLst>
              <a:ext uri="{FF2B5EF4-FFF2-40B4-BE49-F238E27FC236}">
                <a16:creationId xmlns:a16="http://schemas.microsoft.com/office/drawing/2014/main" id="{CC0F1253-DAF3-AB6C-610E-72A8E37FF5C0}"/>
              </a:ext>
            </a:extLst>
          </p:cNvPr>
          <p:cNvGrpSpPr/>
          <p:nvPr/>
        </p:nvGrpSpPr>
        <p:grpSpPr>
          <a:xfrm>
            <a:off x="2852328" y="5593328"/>
            <a:ext cx="4383242" cy="484238"/>
            <a:chOff x="2852328" y="5593328"/>
            <a:chExt cx="4383242" cy="484238"/>
          </a:xfrm>
          <a:solidFill>
            <a:schemeClr val="bg1">
              <a:lumMod val="75000"/>
            </a:schemeClr>
          </a:solidFill>
        </p:grpSpPr>
        <p:sp>
          <p:nvSpPr>
            <p:cNvPr id="39" name="Rounded Rectangle 38">
              <a:extLst>
                <a:ext uri="{FF2B5EF4-FFF2-40B4-BE49-F238E27FC236}">
                  <a16:creationId xmlns:a16="http://schemas.microsoft.com/office/drawing/2014/main" id="{37C4CC71-DF8A-B1A4-D099-DA855FE9D54D}"/>
                </a:ext>
              </a:extLst>
            </p:cNvPr>
            <p:cNvSpPr/>
            <p:nvPr/>
          </p:nvSpPr>
          <p:spPr>
            <a:xfrm>
              <a:off x="2852328" y="5593328"/>
              <a:ext cx="4383242" cy="48423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40" name="TextBox 39">
              <a:extLst>
                <a:ext uri="{FF2B5EF4-FFF2-40B4-BE49-F238E27FC236}">
                  <a16:creationId xmlns:a16="http://schemas.microsoft.com/office/drawing/2014/main" id="{50532F58-D9C8-D2DC-0082-3A26C653D54F}"/>
                </a:ext>
              </a:extLst>
            </p:cNvPr>
            <p:cNvSpPr txBox="1"/>
            <p:nvPr/>
          </p:nvSpPr>
          <p:spPr>
            <a:xfrm>
              <a:off x="2977453" y="5600512"/>
              <a:ext cx="3956010" cy="477054"/>
            </a:xfrm>
            <a:prstGeom prst="rect">
              <a:avLst/>
            </a:prstGeom>
            <a:grp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Infrastructure</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EU provider or on-premises, Kubernetes or Docker</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53" name="Group 52">
            <a:extLst>
              <a:ext uri="{FF2B5EF4-FFF2-40B4-BE49-F238E27FC236}">
                <a16:creationId xmlns:a16="http://schemas.microsoft.com/office/drawing/2014/main" id="{05145C3D-7EBD-AC91-EF2F-20312A524F33}"/>
              </a:ext>
            </a:extLst>
          </p:cNvPr>
          <p:cNvGrpSpPr/>
          <p:nvPr/>
        </p:nvGrpSpPr>
        <p:grpSpPr>
          <a:xfrm>
            <a:off x="7468573" y="2219634"/>
            <a:ext cx="2599659" cy="1880418"/>
            <a:chOff x="7468573" y="2219634"/>
            <a:chExt cx="2599659" cy="1880418"/>
          </a:xfrm>
          <a:solidFill>
            <a:schemeClr val="bg1">
              <a:lumMod val="75000"/>
            </a:schemeClr>
          </a:solidFill>
        </p:grpSpPr>
        <p:sp>
          <p:nvSpPr>
            <p:cNvPr id="41" name="Rounded Rectangle 40">
              <a:extLst>
                <a:ext uri="{FF2B5EF4-FFF2-40B4-BE49-F238E27FC236}">
                  <a16:creationId xmlns:a16="http://schemas.microsoft.com/office/drawing/2014/main" id="{B549A1BA-BAD0-2EA1-85D1-A15EA52E0260}"/>
                </a:ext>
              </a:extLst>
            </p:cNvPr>
            <p:cNvSpPr/>
            <p:nvPr/>
          </p:nvSpPr>
          <p:spPr>
            <a:xfrm>
              <a:off x="7468573" y="2219634"/>
              <a:ext cx="2599659" cy="188041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43" name="TextBox 42">
              <a:extLst>
                <a:ext uri="{FF2B5EF4-FFF2-40B4-BE49-F238E27FC236}">
                  <a16:creationId xmlns:a16="http://schemas.microsoft.com/office/drawing/2014/main" id="{8E33D153-9F15-A91B-2961-CA6D31B9E851}"/>
                </a:ext>
              </a:extLst>
            </p:cNvPr>
            <p:cNvSpPr txBox="1"/>
            <p:nvPr/>
          </p:nvSpPr>
          <p:spPr>
            <a:xfrm>
              <a:off x="7772026" y="2965561"/>
              <a:ext cx="1992752" cy="477054"/>
            </a:xfrm>
            <a:prstGeom prst="rect">
              <a:avLst/>
            </a:prstGeom>
            <a:grp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Orchestration</a:t>
              </a:r>
              <a:br>
                <a:rPr lang="en-US" sz="1400" b="1" dirty="0">
                  <a:solidFill>
                    <a:schemeClr val="bg1"/>
                  </a:solidFill>
                  <a:latin typeface="Inter" pitchFamily="34" charset="0"/>
                  <a:ea typeface="Inter" pitchFamily="34" charset="-122"/>
                  <a:cs typeface="Inter" pitchFamily="34" charset="-120"/>
                </a:rPr>
              </a:b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Apache Airflow</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54" name="Group 53">
            <a:extLst>
              <a:ext uri="{FF2B5EF4-FFF2-40B4-BE49-F238E27FC236}">
                <a16:creationId xmlns:a16="http://schemas.microsoft.com/office/drawing/2014/main" id="{64672E1E-0752-E186-C1C6-2F8512898275}"/>
              </a:ext>
            </a:extLst>
          </p:cNvPr>
          <p:cNvGrpSpPr/>
          <p:nvPr/>
        </p:nvGrpSpPr>
        <p:grpSpPr>
          <a:xfrm>
            <a:off x="7468573" y="4188542"/>
            <a:ext cx="2599659" cy="1889024"/>
            <a:chOff x="7468573" y="4188542"/>
            <a:chExt cx="2599659" cy="1889024"/>
          </a:xfrm>
          <a:solidFill>
            <a:schemeClr val="bg1">
              <a:lumMod val="75000"/>
            </a:schemeClr>
          </a:solidFill>
        </p:grpSpPr>
        <p:sp>
          <p:nvSpPr>
            <p:cNvPr id="44" name="Rounded Rectangle 43">
              <a:extLst>
                <a:ext uri="{FF2B5EF4-FFF2-40B4-BE49-F238E27FC236}">
                  <a16:creationId xmlns:a16="http://schemas.microsoft.com/office/drawing/2014/main" id="{DCB8E0B7-3A68-77ED-BB3F-AED04134175B}"/>
                </a:ext>
              </a:extLst>
            </p:cNvPr>
            <p:cNvSpPr/>
            <p:nvPr/>
          </p:nvSpPr>
          <p:spPr>
            <a:xfrm>
              <a:off x="7468573" y="4188542"/>
              <a:ext cx="2599659" cy="1889024"/>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45" name="TextBox 44">
              <a:extLst>
                <a:ext uri="{FF2B5EF4-FFF2-40B4-BE49-F238E27FC236}">
                  <a16:creationId xmlns:a16="http://schemas.microsoft.com/office/drawing/2014/main" id="{7792F76E-FA44-482C-069E-F92E71C7F11B}"/>
                </a:ext>
              </a:extLst>
            </p:cNvPr>
            <p:cNvSpPr txBox="1"/>
            <p:nvPr/>
          </p:nvSpPr>
          <p:spPr>
            <a:xfrm>
              <a:off x="7770680" y="4894527"/>
              <a:ext cx="1992752" cy="477054"/>
            </a:xfrm>
            <a:prstGeom prst="rect">
              <a:avLst/>
            </a:prstGeom>
            <a:grp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Identity</a:t>
              </a:r>
              <a:br>
                <a:rPr lang="en-US" sz="1400" b="1" dirty="0">
                  <a:solidFill>
                    <a:schemeClr val="bg1"/>
                  </a:solidFill>
                  <a:latin typeface="Inter" pitchFamily="34" charset="0"/>
                  <a:ea typeface="Inter" pitchFamily="34" charset="-122"/>
                  <a:cs typeface="Inter" pitchFamily="34" charset="-120"/>
                </a:rPr>
              </a:b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Keycloak</a:t>
              </a:r>
              <a:endParaRPr lang="en-NL" sz="1400" dirty="0">
                <a:solidFill>
                  <a:schemeClr val="bg1"/>
                </a:solidFill>
                <a:latin typeface="Inter ExtraLight" panose="02000503000000020004" pitchFamily="2" charset="0"/>
                <a:ea typeface="Inter ExtraLight" panose="02000503000000020004" pitchFamily="2" charset="0"/>
              </a:endParaRPr>
            </a:p>
          </p:txBody>
        </p:sp>
      </p:grpSp>
      <p:grpSp>
        <p:nvGrpSpPr>
          <p:cNvPr id="50" name="Group 49">
            <a:extLst>
              <a:ext uri="{FF2B5EF4-FFF2-40B4-BE49-F238E27FC236}">
                <a16:creationId xmlns:a16="http://schemas.microsoft.com/office/drawing/2014/main" id="{7FF35C7E-C9B5-BB36-34CF-2C00F3EA55B4}"/>
              </a:ext>
            </a:extLst>
          </p:cNvPr>
          <p:cNvGrpSpPr/>
          <p:nvPr/>
        </p:nvGrpSpPr>
        <p:grpSpPr>
          <a:xfrm>
            <a:off x="2852328" y="3346656"/>
            <a:ext cx="4383242" cy="484238"/>
            <a:chOff x="2852328" y="3346656"/>
            <a:chExt cx="4383242" cy="484238"/>
          </a:xfrm>
          <a:solidFill>
            <a:schemeClr val="bg1">
              <a:lumMod val="75000"/>
            </a:schemeClr>
          </a:solidFill>
        </p:grpSpPr>
        <p:sp>
          <p:nvSpPr>
            <p:cNvPr id="31" name="Rounded Rectangle 30">
              <a:extLst>
                <a:ext uri="{FF2B5EF4-FFF2-40B4-BE49-F238E27FC236}">
                  <a16:creationId xmlns:a16="http://schemas.microsoft.com/office/drawing/2014/main" id="{892C9655-770F-D70E-B49E-56D77EC90D2F}"/>
                </a:ext>
              </a:extLst>
            </p:cNvPr>
            <p:cNvSpPr/>
            <p:nvPr/>
          </p:nvSpPr>
          <p:spPr>
            <a:xfrm>
              <a:off x="2852328" y="3346656"/>
              <a:ext cx="4383242" cy="484238"/>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b="1" dirty="0">
                <a:latin typeface="Inter Black" panose="02000503000000020004" pitchFamily="2" charset="0"/>
                <a:ea typeface="Inter Black" panose="02000503000000020004" pitchFamily="2" charset="0"/>
              </a:endParaRPr>
            </a:p>
          </p:txBody>
        </p:sp>
        <p:sp>
          <p:nvSpPr>
            <p:cNvPr id="32" name="TextBox 31">
              <a:extLst>
                <a:ext uri="{FF2B5EF4-FFF2-40B4-BE49-F238E27FC236}">
                  <a16:creationId xmlns:a16="http://schemas.microsoft.com/office/drawing/2014/main" id="{A0132332-2FDE-7F0A-4509-2CF80B675B24}"/>
                </a:ext>
              </a:extLst>
            </p:cNvPr>
            <p:cNvSpPr txBox="1"/>
            <p:nvPr/>
          </p:nvSpPr>
          <p:spPr>
            <a:xfrm>
              <a:off x="2977453" y="3353840"/>
              <a:ext cx="3956010" cy="477054"/>
            </a:xfrm>
            <a:prstGeom prst="rect">
              <a:avLst/>
            </a:prstGeom>
            <a:grpFill/>
          </p:spPr>
          <p:txBody>
            <a:bodyPr wrap="square">
              <a:spAutoFit/>
            </a:bodyPr>
            <a:lstStyle/>
            <a:p>
              <a:r>
                <a:rPr lang="en-US" sz="1400" b="1" dirty="0">
                  <a:solidFill>
                    <a:schemeClr val="bg1"/>
                  </a:solidFill>
                  <a:latin typeface="Inter" pitchFamily="34" charset="0"/>
                  <a:ea typeface="Inter" pitchFamily="34" charset="-122"/>
                  <a:cs typeface="Inter" pitchFamily="34" charset="-120"/>
                </a:rPr>
                <a:t>Processing</a:t>
              </a:r>
              <a:br>
                <a:rPr lang="en-US" sz="1400" b="1" dirty="0">
                  <a:solidFill>
                    <a:schemeClr val="bg1"/>
                  </a:solidFill>
                  <a:latin typeface="Inter" pitchFamily="34" charset="0"/>
                  <a:ea typeface="Inter" pitchFamily="34" charset="-122"/>
                  <a:cs typeface="Inter" pitchFamily="34" charset="-120"/>
                </a:rPr>
              </a:b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dlt</a:t>
              </a:r>
              <a:r>
                <a:rPr lang="en-US" sz="1050" dirty="0">
                  <a:solidFill>
                    <a:schemeClr val="bg1"/>
                  </a:solidFill>
                  <a:latin typeface="Inter ExtraLight" panose="02000503000000020004" pitchFamily="2" charset="0"/>
                  <a:ea typeface="Inter ExtraLight" panose="02000503000000020004" pitchFamily="2" charset="0"/>
                  <a:cs typeface="Inter" pitchFamily="34" charset="-120"/>
                </a:rPr>
                <a:t>, dbt-core or </a:t>
              </a:r>
              <a:r>
                <a:rPr lang="en-US" sz="1050" dirty="0" err="1">
                  <a:solidFill>
                    <a:schemeClr val="bg1"/>
                  </a:solidFill>
                  <a:latin typeface="Inter ExtraLight" panose="02000503000000020004" pitchFamily="2" charset="0"/>
                  <a:ea typeface="Inter ExtraLight" panose="02000503000000020004" pitchFamily="2" charset="0"/>
                  <a:cs typeface="Inter" pitchFamily="34" charset="-120"/>
                </a:rPr>
                <a:t>SQLMesh</a:t>
              </a:r>
              <a:endParaRPr lang="en-NL" sz="1400" dirty="0">
                <a:solidFill>
                  <a:schemeClr val="bg1"/>
                </a:solidFill>
                <a:latin typeface="Inter ExtraLight" panose="02000503000000020004" pitchFamily="2" charset="0"/>
                <a:ea typeface="Inter ExtraLight" panose="02000503000000020004" pitchFamily="2" charset="0"/>
              </a:endParaRPr>
            </a:p>
          </p:txBody>
        </p:sp>
      </p:grpSp>
      <p:sp>
        <p:nvSpPr>
          <p:cNvPr id="6" name="TextBox 5">
            <a:extLst>
              <a:ext uri="{FF2B5EF4-FFF2-40B4-BE49-F238E27FC236}">
                <a16:creationId xmlns:a16="http://schemas.microsoft.com/office/drawing/2014/main" id="{902BBD7F-A3FA-82D6-7F70-781E2D493D0C}"/>
              </a:ext>
            </a:extLst>
          </p:cNvPr>
          <p:cNvSpPr txBox="1"/>
          <p:nvPr/>
        </p:nvSpPr>
        <p:spPr>
          <a:xfrm>
            <a:off x="3194137" y="6050121"/>
            <a:ext cx="6499123" cy="646331"/>
          </a:xfrm>
          <a:prstGeom prst="rect">
            <a:avLst/>
          </a:prstGeom>
          <a:noFill/>
        </p:spPr>
        <p:txBody>
          <a:bodyPr wrap="square">
            <a:spAutoFit/>
          </a:bodyPr>
          <a:lstStyle/>
          <a:p>
            <a:pPr algn="ctr"/>
            <a:r>
              <a:rPr lang="en-US" sz="3600" b="1" dirty="0">
                <a:solidFill>
                  <a:schemeClr val="bg1"/>
                </a:solidFill>
                <a:latin typeface="Space Grotesk" pitchFamily="34" charset="0"/>
                <a:cs typeface="Space Grotesk" pitchFamily="34" charset="-120"/>
              </a:rPr>
              <a:t>Your own control plane</a:t>
            </a:r>
            <a:endParaRPr lang="en-NL" sz="1400" dirty="0">
              <a:solidFill>
                <a:schemeClr val="bg1"/>
              </a:solidFill>
            </a:endParaRPr>
          </a:p>
        </p:txBody>
      </p:sp>
    </p:spTree>
    <p:extLst>
      <p:ext uri="{BB962C8B-B14F-4D97-AF65-F5344CB8AC3E}">
        <p14:creationId xmlns:p14="http://schemas.microsoft.com/office/powerpoint/2010/main" val="325383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B3012C24-7F15-DE55-959E-BB8079B219A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232C77A-7F45-259E-AEB8-51DAF80C9907}"/>
              </a:ext>
            </a:extLst>
          </p:cNvPr>
          <p:cNvSpPr/>
          <p:nvPr/>
        </p:nvSpPr>
        <p:spPr>
          <a:xfrm>
            <a:off x="640080" y="64008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5. the uncomfortable truth</a:t>
            </a:r>
            <a:endParaRPr lang="en-US" sz="1300" dirty="0"/>
          </a:p>
        </p:txBody>
      </p:sp>
      <p:sp>
        <p:nvSpPr>
          <p:cNvPr id="7" name="Text 1">
            <a:extLst>
              <a:ext uri="{FF2B5EF4-FFF2-40B4-BE49-F238E27FC236}">
                <a16:creationId xmlns:a16="http://schemas.microsoft.com/office/drawing/2014/main" id="{89B724D5-48DB-FCD1-20D9-8E5623271D34}"/>
              </a:ext>
            </a:extLst>
          </p:cNvPr>
          <p:cNvSpPr/>
          <p:nvPr/>
        </p:nvSpPr>
        <p:spPr>
          <a:xfrm>
            <a:off x="640080" y="960120"/>
            <a:ext cx="10515600" cy="822960"/>
          </a:xfrm>
          <a:prstGeom prst="rect">
            <a:avLst/>
          </a:prstGeom>
          <a:noFill/>
          <a:ln/>
        </p:spPr>
        <p:txBody>
          <a:bodyPr wrap="square" lIns="0" tIns="0" rIns="0" bIns="0" rtlCol="0" anchor="ctr"/>
          <a:lstStyle/>
          <a:p>
            <a:pPr marL="0" indent="0">
              <a:buNone/>
            </a:pPr>
            <a:r>
              <a:rPr lang="en-US" sz="3200" b="1" dirty="0">
                <a:solidFill>
                  <a:srgbClr val="0A0A0A"/>
                </a:solidFill>
                <a:latin typeface="Space Grotesk" pitchFamily="34" charset="0"/>
                <a:cs typeface="Space Grotesk" pitchFamily="34" charset="-120"/>
              </a:rPr>
              <a:t>What you are now getting for free…</a:t>
            </a:r>
            <a:endParaRPr lang="en-US" sz="3200" dirty="0"/>
          </a:p>
        </p:txBody>
      </p:sp>
      <p:sp>
        <p:nvSpPr>
          <p:cNvPr id="3" name="Shape 2">
            <a:extLst>
              <a:ext uri="{FF2B5EF4-FFF2-40B4-BE49-F238E27FC236}">
                <a16:creationId xmlns:a16="http://schemas.microsoft.com/office/drawing/2014/main" id="{7210FF4E-1368-0E84-4FE5-DEB130F06E4D}"/>
              </a:ext>
            </a:extLst>
          </p:cNvPr>
          <p:cNvSpPr/>
          <p:nvPr/>
        </p:nvSpPr>
        <p:spPr>
          <a:xfrm>
            <a:off x="640080" y="2993924"/>
            <a:ext cx="3429000" cy="930132"/>
          </a:xfrm>
          <a:prstGeom prst="roundRect">
            <a:avLst>
              <a:gd name="adj" fmla="val 3448"/>
            </a:avLst>
          </a:prstGeom>
          <a:solidFill>
            <a:srgbClr val="FFFFFF"/>
          </a:solidFill>
          <a:ln w="12700">
            <a:solidFill>
              <a:srgbClr val="E4E4E7"/>
            </a:solidFill>
            <a:prstDash val="solid"/>
          </a:ln>
          <a:effectLst>
            <a:outerShdw blurRad="114300" dist="38100" dir="5400000" algn="bl" rotWithShape="0">
              <a:srgbClr val="000000">
                <a:alpha val="10000"/>
              </a:srgbClr>
            </a:outerShdw>
          </a:effectLst>
        </p:spPr>
        <p:txBody>
          <a:bodyPr anchor="ctr"/>
          <a:lstStyle/>
          <a:p>
            <a:pPr algn="ctr"/>
            <a:r>
              <a:rPr lang="en-US" sz="1400" b="1" dirty="0">
                <a:solidFill>
                  <a:srgbClr val="0A0A0A"/>
                </a:solidFill>
                <a:latin typeface="Inter" pitchFamily="34" charset="0"/>
                <a:ea typeface="Inter" pitchFamily="34" charset="-122"/>
              </a:rPr>
              <a:t>24/7 security operations</a:t>
            </a:r>
            <a:endParaRPr lang="en-US" sz="1400" dirty="0"/>
          </a:p>
        </p:txBody>
      </p:sp>
      <p:sp>
        <p:nvSpPr>
          <p:cNvPr id="9" name="Shape 2">
            <a:extLst>
              <a:ext uri="{FF2B5EF4-FFF2-40B4-BE49-F238E27FC236}">
                <a16:creationId xmlns:a16="http://schemas.microsoft.com/office/drawing/2014/main" id="{DC6CDA99-937F-D693-9FBD-E4BBE8F16A06}"/>
              </a:ext>
            </a:extLst>
          </p:cNvPr>
          <p:cNvSpPr/>
          <p:nvPr/>
        </p:nvSpPr>
        <p:spPr>
          <a:xfrm>
            <a:off x="4381500" y="2993924"/>
            <a:ext cx="3429000" cy="930132"/>
          </a:xfrm>
          <a:prstGeom prst="roundRect">
            <a:avLst>
              <a:gd name="adj" fmla="val 3448"/>
            </a:avLst>
          </a:prstGeom>
          <a:solidFill>
            <a:srgbClr val="FFFFFF"/>
          </a:solidFill>
          <a:ln w="12700">
            <a:solidFill>
              <a:srgbClr val="E4E4E7"/>
            </a:solidFill>
            <a:prstDash val="solid"/>
          </a:ln>
          <a:effectLst>
            <a:outerShdw blurRad="114300" dist="38100" dir="5400000" algn="bl" rotWithShape="0">
              <a:srgbClr val="000000">
                <a:alpha val="10000"/>
              </a:srgbClr>
            </a:outerShdw>
          </a:effectLst>
        </p:spPr>
        <p:txBody>
          <a:bodyPr anchor="ctr"/>
          <a:lstStyle/>
          <a:p>
            <a:pPr algn="ctr"/>
            <a:r>
              <a:rPr lang="en-US" sz="1400" b="1" dirty="0">
                <a:solidFill>
                  <a:srgbClr val="0A0A0A"/>
                </a:solidFill>
                <a:latin typeface="Inter" pitchFamily="34" charset="0"/>
                <a:ea typeface="Inter" pitchFamily="34" charset="-122"/>
              </a:rPr>
              <a:t>Automated patching</a:t>
            </a:r>
            <a:endParaRPr lang="en-US" sz="1400" dirty="0"/>
          </a:p>
        </p:txBody>
      </p:sp>
      <p:sp>
        <p:nvSpPr>
          <p:cNvPr id="10" name="Shape 2">
            <a:extLst>
              <a:ext uri="{FF2B5EF4-FFF2-40B4-BE49-F238E27FC236}">
                <a16:creationId xmlns:a16="http://schemas.microsoft.com/office/drawing/2014/main" id="{4BE5C6CF-1714-4301-CCC1-BAC227241ED7}"/>
              </a:ext>
            </a:extLst>
          </p:cNvPr>
          <p:cNvSpPr/>
          <p:nvPr/>
        </p:nvSpPr>
        <p:spPr>
          <a:xfrm>
            <a:off x="8122920" y="2993924"/>
            <a:ext cx="3429000" cy="930132"/>
          </a:xfrm>
          <a:prstGeom prst="roundRect">
            <a:avLst>
              <a:gd name="adj" fmla="val 3448"/>
            </a:avLst>
          </a:prstGeom>
          <a:solidFill>
            <a:srgbClr val="FFFFFF"/>
          </a:solidFill>
          <a:ln w="12700">
            <a:solidFill>
              <a:srgbClr val="E4E4E7"/>
            </a:solidFill>
            <a:prstDash val="solid"/>
          </a:ln>
          <a:effectLst>
            <a:outerShdw blurRad="114300" dist="38100" dir="5400000" algn="bl" rotWithShape="0">
              <a:srgbClr val="000000">
                <a:alpha val="10000"/>
              </a:srgbClr>
            </a:outerShdw>
          </a:effectLst>
        </p:spPr>
        <p:txBody>
          <a:bodyPr anchor="ctr"/>
          <a:lstStyle/>
          <a:p>
            <a:pPr algn="ctr"/>
            <a:r>
              <a:rPr lang="en-US" sz="1400" b="1" dirty="0">
                <a:solidFill>
                  <a:srgbClr val="0A0A0A"/>
                </a:solidFill>
                <a:latin typeface="Inter" pitchFamily="34" charset="0"/>
                <a:ea typeface="Inter" pitchFamily="34" charset="-122"/>
              </a:rPr>
              <a:t>DDoS absorption</a:t>
            </a:r>
            <a:endParaRPr lang="en-US" sz="1400" dirty="0"/>
          </a:p>
        </p:txBody>
      </p:sp>
      <p:sp>
        <p:nvSpPr>
          <p:cNvPr id="11" name="Shape 2">
            <a:extLst>
              <a:ext uri="{FF2B5EF4-FFF2-40B4-BE49-F238E27FC236}">
                <a16:creationId xmlns:a16="http://schemas.microsoft.com/office/drawing/2014/main" id="{2E9CDDD0-0F1A-C89B-1A09-C98799FED01B}"/>
              </a:ext>
            </a:extLst>
          </p:cNvPr>
          <p:cNvSpPr/>
          <p:nvPr/>
        </p:nvSpPr>
        <p:spPr>
          <a:xfrm>
            <a:off x="640080" y="4166424"/>
            <a:ext cx="3429000" cy="930132"/>
          </a:xfrm>
          <a:prstGeom prst="roundRect">
            <a:avLst>
              <a:gd name="adj" fmla="val 3448"/>
            </a:avLst>
          </a:prstGeom>
          <a:solidFill>
            <a:srgbClr val="FFFFFF"/>
          </a:solidFill>
          <a:ln w="12700">
            <a:solidFill>
              <a:srgbClr val="E4E4E7"/>
            </a:solidFill>
            <a:prstDash val="solid"/>
          </a:ln>
          <a:effectLst>
            <a:outerShdw blurRad="114300" dist="38100" dir="5400000" algn="bl" rotWithShape="0">
              <a:srgbClr val="000000">
                <a:alpha val="10000"/>
              </a:srgbClr>
            </a:outerShdw>
          </a:effectLst>
        </p:spPr>
        <p:txBody>
          <a:bodyPr anchor="ctr"/>
          <a:lstStyle/>
          <a:p>
            <a:pPr algn="ctr"/>
            <a:r>
              <a:rPr lang="en-US" sz="1400" b="1" dirty="0">
                <a:solidFill>
                  <a:srgbClr val="0A0A0A"/>
                </a:solidFill>
                <a:latin typeface="Inter" pitchFamily="34" charset="0"/>
                <a:ea typeface="Inter" pitchFamily="34" charset="-122"/>
              </a:rPr>
              <a:t>Elastic capacity</a:t>
            </a:r>
            <a:endParaRPr lang="en-US" sz="1400" dirty="0"/>
          </a:p>
        </p:txBody>
      </p:sp>
      <p:sp>
        <p:nvSpPr>
          <p:cNvPr id="12" name="Shape 2">
            <a:extLst>
              <a:ext uri="{FF2B5EF4-FFF2-40B4-BE49-F238E27FC236}">
                <a16:creationId xmlns:a16="http://schemas.microsoft.com/office/drawing/2014/main" id="{081B595B-C79D-7272-7AB2-EE81F4A7787D}"/>
              </a:ext>
            </a:extLst>
          </p:cNvPr>
          <p:cNvSpPr/>
          <p:nvPr/>
        </p:nvSpPr>
        <p:spPr>
          <a:xfrm>
            <a:off x="4381500" y="4166424"/>
            <a:ext cx="3429000" cy="930132"/>
          </a:xfrm>
          <a:prstGeom prst="roundRect">
            <a:avLst>
              <a:gd name="adj" fmla="val 3448"/>
            </a:avLst>
          </a:prstGeom>
          <a:solidFill>
            <a:srgbClr val="FFFFFF"/>
          </a:solidFill>
          <a:ln w="12700">
            <a:solidFill>
              <a:srgbClr val="E4E4E7"/>
            </a:solidFill>
            <a:prstDash val="solid"/>
          </a:ln>
          <a:effectLst>
            <a:outerShdw blurRad="114300" dist="38100" dir="5400000" algn="bl" rotWithShape="0">
              <a:srgbClr val="000000">
                <a:alpha val="10000"/>
              </a:srgbClr>
            </a:outerShdw>
          </a:effectLst>
        </p:spPr>
        <p:txBody>
          <a:bodyPr anchor="ctr"/>
          <a:lstStyle/>
          <a:p>
            <a:pPr algn="ctr"/>
            <a:r>
              <a:rPr lang="en-US" sz="1400" b="1" dirty="0">
                <a:solidFill>
                  <a:srgbClr val="0A0A0A"/>
                </a:solidFill>
                <a:latin typeface="Inter" pitchFamily="34" charset="0"/>
                <a:ea typeface="Inter" pitchFamily="34" charset="-122"/>
              </a:rPr>
              <a:t>Widely available skilled personnel</a:t>
            </a:r>
            <a:endParaRPr lang="en-US" sz="1400" dirty="0"/>
          </a:p>
        </p:txBody>
      </p:sp>
      <p:sp>
        <p:nvSpPr>
          <p:cNvPr id="15" name="Shape 2">
            <a:extLst>
              <a:ext uri="{FF2B5EF4-FFF2-40B4-BE49-F238E27FC236}">
                <a16:creationId xmlns:a16="http://schemas.microsoft.com/office/drawing/2014/main" id="{47B2AE2F-6DF8-6312-05D7-3FE69618304D}"/>
              </a:ext>
            </a:extLst>
          </p:cNvPr>
          <p:cNvSpPr/>
          <p:nvPr/>
        </p:nvSpPr>
        <p:spPr>
          <a:xfrm>
            <a:off x="8122920" y="4166424"/>
            <a:ext cx="3429000" cy="930132"/>
          </a:xfrm>
          <a:prstGeom prst="roundRect">
            <a:avLst>
              <a:gd name="adj" fmla="val 3448"/>
            </a:avLst>
          </a:prstGeom>
          <a:solidFill>
            <a:srgbClr val="FFFFFF"/>
          </a:solidFill>
          <a:ln w="12700">
            <a:solidFill>
              <a:srgbClr val="E4E4E7"/>
            </a:solidFill>
            <a:prstDash val="solid"/>
          </a:ln>
          <a:effectLst>
            <a:outerShdw blurRad="114300" dist="38100" dir="5400000" algn="bl" rotWithShape="0">
              <a:srgbClr val="000000">
                <a:alpha val="10000"/>
              </a:srgbClr>
            </a:outerShdw>
          </a:effectLst>
        </p:spPr>
        <p:txBody>
          <a:bodyPr anchor="ctr"/>
          <a:lstStyle/>
          <a:p>
            <a:pPr algn="ctr"/>
            <a:r>
              <a:rPr lang="en-US" sz="1400" b="1" dirty="0">
                <a:solidFill>
                  <a:srgbClr val="0A0A0A"/>
                </a:solidFill>
                <a:latin typeface="Inter" pitchFamily="34" charset="0"/>
                <a:ea typeface="Inter" pitchFamily="34" charset="-122"/>
              </a:rPr>
              <a:t>Compliance certifications</a:t>
            </a:r>
            <a:endParaRPr lang="en-US" sz="1400" dirty="0"/>
          </a:p>
        </p:txBody>
      </p:sp>
    </p:spTree>
    <p:extLst>
      <p:ext uri="{BB962C8B-B14F-4D97-AF65-F5344CB8AC3E}">
        <p14:creationId xmlns:p14="http://schemas.microsoft.com/office/powerpoint/2010/main" val="174336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7B89E22D-7207-59C8-65D6-29ECDCC08C4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9578E5F-B9A8-48F8-051C-15D84101A584}"/>
              </a:ext>
            </a:extLst>
          </p:cNvPr>
          <p:cNvSpPr/>
          <p:nvPr/>
        </p:nvSpPr>
        <p:spPr>
          <a:xfrm>
            <a:off x="640080" y="64008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5. the uncomfortable truth</a:t>
            </a:r>
            <a:endParaRPr lang="en-US" sz="1300" dirty="0"/>
          </a:p>
        </p:txBody>
      </p:sp>
      <p:sp>
        <p:nvSpPr>
          <p:cNvPr id="7" name="Text 1">
            <a:extLst>
              <a:ext uri="{FF2B5EF4-FFF2-40B4-BE49-F238E27FC236}">
                <a16:creationId xmlns:a16="http://schemas.microsoft.com/office/drawing/2014/main" id="{D38A0487-1292-8875-5800-DFE652578EAA}"/>
              </a:ext>
            </a:extLst>
          </p:cNvPr>
          <p:cNvSpPr/>
          <p:nvPr/>
        </p:nvSpPr>
        <p:spPr>
          <a:xfrm>
            <a:off x="640080" y="960120"/>
            <a:ext cx="10515600" cy="822960"/>
          </a:xfrm>
          <a:prstGeom prst="rect">
            <a:avLst/>
          </a:prstGeom>
          <a:noFill/>
          <a:ln/>
        </p:spPr>
        <p:txBody>
          <a:bodyPr wrap="square" lIns="0" tIns="0" rIns="0" bIns="0" rtlCol="0" anchor="ctr"/>
          <a:lstStyle/>
          <a:p>
            <a:pPr marL="0" indent="0">
              <a:buNone/>
            </a:pPr>
            <a:r>
              <a:rPr lang="en-US" sz="3200" b="1" dirty="0">
                <a:solidFill>
                  <a:srgbClr val="0A0A0A"/>
                </a:solidFill>
                <a:latin typeface="Space Grotesk" pitchFamily="34" charset="0"/>
                <a:cs typeface="Space Grotesk" pitchFamily="34" charset="-120"/>
              </a:rPr>
              <a:t>And ultimately the bill arrives in people</a:t>
            </a:r>
            <a:endParaRPr lang="en-US" sz="3200" dirty="0"/>
          </a:p>
        </p:txBody>
      </p:sp>
      <p:sp>
        <p:nvSpPr>
          <p:cNvPr id="4" name="Shape 3">
            <a:extLst>
              <a:ext uri="{FF2B5EF4-FFF2-40B4-BE49-F238E27FC236}">
                <a16:creationId xmlns:a16="http://schemas.microsoft.com/office/drawing/2014/main" id="{D1D76BBF-D02F-A540-6B2E-3232B919A8D1}"/>
              </a:ext>
            </a:extLst>
          </p:cNvPr>
          <p:cNvSpPr/>
          <p:nvPr/>
        </p:nvSpPr>
        <p:spPr>
          <a:xfrm>
            <a:off x="746760" y="2754505"/>
            <a:ext cx="10698480" cy="2320416"/>
          </a:xfrm>
          <a:prstGeom prst="roundRect">
            <a:avLst>
              <a:gd name="adj" fmla="val 4000"/>
            </a:avLst>
          </a:prstGeom>
          <a:solidFill>
            <a:srgbClr val="F0FDF4"/>
          </a:solidFill>
          <a:ln/>
        </p:spPr>
        <p:txBody>
          <a:bodyPr/>
          <a:lstStyle/>
          <a:p>
            <a:endParaRPr lang="en-NL"/>
          </a:p>
        </p:txBody>
      </p:sp>
      <p:sp>
        <p:nvSpPr>
          <p:cNvPr id="5" name="Text 3">
            <a:extLst>
              <a:ext uri="{FF2B5EF4-FFF2-40B4-BE49-F238E27FC236}">
                <a16:creationId xmlns:a16="http://schemas.microsoft.com/office/drawing/2014/main" id="{1F61D7C6-D08C-FBFB-BA44-A3AC3012DFD4}"/>
              </a:ext>
            </a:extLst>
          </p:cNvPr>
          <p:cNvSpPr/>
          <p:nvPr/>
        </p:nvSpPr>
        <p:spPr>
          <a:xfrm>
            <a:off x="1252138" y="2834637"/>
            <a:ext cx="10193102" cy="2240283"/>
          </a:xfrm>
          <a:prstGeom prst="rect">
            <a:avLst/>
          </a:prstGeom>
          <a:noFill/>
          <a:ln/>
        </p:spPr>
        <p:txBody>
          <a:bodyPr wrap="square" lIns="0" tIns="0" rIns="0" bIns="0" rtlCol="0" anchor="t"/>
          <a:lstStyle/>
          <a:p>
            <a:pPr marL="0" indent="0" algn="ctr">
              <a:buNone/>
            </a:pPr>
            <a:r>
              <a:rPr lang="en-US" sz="4400" b="1" dirty="0">
                <a:solidFill>
                  <a:srgbClr val="0A0A0A"/>
                </a:solidFill>
                <a:latin typeface="Space Grotesk" pitchFamily="34" charset="0"/>
                <a:cs typeface="Space Grotesk" pitchFamily="34" charset="-120"/>
              </a:rPr>
              <a:t>Building a sovereign, open source, data platform is an </a:t>
            </a:r>
            <a:r>
              <a:rPr lang="en-US" sz="4400" b="1" dirty="0">
                <a:solidFill>
                  <a:srgbClr val="2FA34A"/>
                </a:solidFill>
                <a:latin typeface="Space Grotesk" pitchFamily="34" charset="0"/>
                <a:cs typeface="Space Grotesk" pitchFamily="34" charset="-120"/>
              </a:rPr>
              <a:t>HR project </a:t>
            </a:r>
            <a:r>
              <a:rPr lang="en-US" sz="4400" b="1" dirty="0">
                <a:solidFill>
                  <a:srgbClr val="0A0A0A"/>
                </a:solidFill>
                <a:latin typeface="Space Grotesk" pitchFamily="34" charset="0"/>
                <a:cs typeface="Space Grotesk" pitchFamily="34" charset="-120"/>
              </a:rPr>
              <a:t>disguised as a </a:t>
            </a:r>
            <a:r>
              <a:rPr lang="en-US" sz="4400" b="1" dirty="0">
                <a:solidFill>
                  <a:srgbClr val="2FA34A"/>
                </a:solidFill>
                <a:latin typeface="Space Grotesk" pitchFamily="34" charset="0"/>
                <a:cs typeface="Space Grotesk" pitchFamily="34" charset="-120"/>
              </a:rPr>
              <a:t>technology challenge </a:t>
            </a:r>
            <a:endParaRPr lang="en-US" sz="4400" dirty="0">
              <a:solidFill>
                <a:srgbClr val="2FA34A"/>
              </a:solidFill>
            </a:endParaRPr>
          </a:p>
        </p:txBody>
      </p:sp>
    </p:spTree>
    <p:extLst>
      <p:ext uri="{BB962C8B-B14F-4D97-AF65-F5344CB8AC3E}">
        <p14:creationId xmlns:p14="http://schemas.microsoft.com/office/powerpoint/2010/main" val="2617897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A19"/>
        </a:solidFill>
        <a:effectLst/>
      </p:bgPr>
    </p:bg>
    <p:spTree>
      <p:nvGrpSpPr>
        <p:cNvPr id="1" name="">
          <a:extLst>
            <a:ext uri="{FF2B5EF4-FFF2-40B4-BE49-F238E27FC236}">
              <a16:creationId xmlns:a16="http://schemas.microsoft.com/office/drawing/2014/main" id="{D63E72FE-759A-E157-7B87-2B99F40A88A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0276AB8-2385-17FD-DCE7-E0C04B02812E}"/>
              </a:ext>
            </a:extLst>
          </p:cNvPr>
          <p:cNvSpPr/>
          <p:nvPr/>
        </p:nvSpPr>
        <p:spPr>
          <a:xfrm>
            <a:off x="640080" y="59436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5. the uncomfortable truth</a:t>
            </a:r>
            <a:endParaRPr lang="en-US" sz="1300" dirty="0"/>
          </a:p>
        </p:txBody>
      </p:sp>
      <p:sp>
        <p:nvSpPr>
          <p:cNvPr id="3" name="Text 1">
            <a:extLst>
              <a:ext uri="{FF2B5EF4-FFF2-40B4-BE49-F238E27FC236}">
                <a16:creationId xmlns:a16="http://schemas.microsoft.com/office/drawing/2014/main" id="{25862CB9-0297-3C87-5196-AF79470EE29C}"/>
              </a:ext>
            </a:extLst>
          </p:cNvPr>
          <p:cNvSpPr/>
          <p:nvPr/>
        </p:nvSpPr>
        <p:spPr>
          <a:xfrm>
            <a:off x="640080" y="1005840"/>
            <a:ext cx="10515600" cy="731520"/>
          </a:xfrm>
          <a:prstGeom prst="rect">
            <a:avLst/>
          </a:prstGeom>
          <a:noFill/>
          <a:ln/>
        </p:spPr>
        <p:txBody>
          <a:bodyPr wrap="square" lIns="0" tIns="0" rIns="0" bIns="0" rtlCol="0" anchor="ctr"/>
          <a:lstStyle/>
          <a:p>
            <a:pPr marL="0" indent="0">
              <a:buNone/>
            </a:pPr>
            <a:r>
              <a:rPr lang="en-US" sz="3000" b="1" dirty="0">
                <a:solidFill>
                  <a:srgbClr val="FFFFFF"/>
                </a:solidFill>
                <a:latin typeface="Space Grotesk" pitchFamily="34" charset="0"/>
                <a:ea typeface="Space Grotesk" pitchFamily="34" charset="-122"/>
                <a:cs typeface="Space Grotesk" pitchFamily="34" charset="-120"/>
              </a:rPr>
              <a:t>A change in expenses</a:t>
            </a:r>
            <a:endParaRPr lang="en-US" sz="3000" dirty="0"/>
          </a:p>
        </p:txBody>
      </p:sp>
      <p:sp>
        <p:nvSpPr>
          <p:cNvPr id="9" name="Rounded Rectangle 8">
            <a:extLst>
              <a:ext uri="{FF2B5EF4-FFF2-40B4-BE49-F238E27FC236}">
                <a16:creationId xmlns:a16="http://schemas.microsoft.com/office/drawing/2014/main" id="{116CB24D-62E2-6B34-3CFB-13F6E704CF20}"/>
              </a:ext>
            </a:extLst>
          </p:cNvPr>
          <p:cNvSpPr/>
          <p:nvPr/>
        </p:nvSpPr>
        <p:spPr>
          <a:xfrm>
            <a:off x="1789470" y="5983420"/>
            <a:ext cx="3618271" cy="560439"/>
          </a:xfrm>
          <a:prstGeom prst="roundRect">
            <a:avLst/>
          </a:prstGeom>
          <a:solidFill>
            <a:schemeClr val="bg2">
              <a:lumMod val="5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400" dirty="0">
                <a:solidFill>
                  <a:schemeClr val="bg1">
                    <a:lumMod val="95000"/>
                  </a:schemeClr>
                </a:solidFill>
                <a:latin typeface="Inter Medium" panose="02000503000000020004" pitchFamily="2" charset="0"/>
                <a:ea typeface="Inter Medium" panose="02000503000000020004" pitchFamily="2" charset="0"/>
              </a:rPr>
              <a:t>Infrastructure</a:t>
            </a:r>
          </a:p>
        </p:txBody>
      </p:sp>
      <p:sp>
        <p:nvSpPr>
          <p:cNvPr id="10" name="Rounded Rectangle 9">
            <a:extLst>
              <a:ext uri="{FF2B5EF4-FFF2-40B4-BE49-F238E27FC236}">
                <a16:creationId xmlns:a16="http://schemas.microsoft.com/office/drawing/2014/main" id="{1B65C6B8-5DE4-5913-9D68-BB8F2F6C9F89}"/>
              </a:ext>
            </a:extLst>
          </p:cNvPr>
          <p:cNvSpPr/>
          <p:nvPr/>
        </p:nvSpPr>
        <p:spPr>
          <a:xfrm>
            <a:off x="1789470" y="5030675"/>
            <a:ext cx="3618271" cy="952746"/>
          </a:xfrm>
          <a:prstGeom prst="roundRect">
            <a:avLst>
              <a:gd name="adj" fmla="val 6347"/>
            </a:avLst>
          </a:prstGeom>
          <a:solidFill>
            <a:srgbClr val="52C29E"/>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400" dirty="0">
                <a:solidFill>
                  <a:schemeClr val="bg1">
                    <a:lumMod val="95000"/>
                  </a:schemeClr>
                </a:solidFill>
                <a:latin typeface="Inter Medium" panose="02000503000000020004" pitchFamily="2" charset="0"/>
                <a:ea typeface="Inter Medium" panose="02000503000000020004" pitchFamily="2" charset="0"/>
              </a:rPr>
              <a:t>People</a:t>
            </a:r>
          </a:p>
        </p:txBody>
      </p:sp>
      <p:sp>
        <p:nvSpPr>
          <p:cNvPr id="11" name="Rounded Rectangle 10">
            <a:extLst>
              <a:ext uri="{FF2B5EF4-FFF2-40B4-BE49-F238E27FC236}">
                <a16:creationId xmlns:a16="http://schemas.microsoft.com/office/drawing/2014/main" id="{1ABDB68F-02B6-7B56-E8BD-27C64C5521E4}"/>
              </a:ext>
            </a:extLst>
          </p:cNvPr>
          <p:cNvSpPr/>
          <p:nvPr/>
        </p:nvSpPr>
        <p:spPr>
          <a:xfrm>
            <a:off x="1789469" y="2464455"/>
            <a:ext cx="3618271" cy="2566219"/>
          </a:xfrm>
          <a:prstGeom prst="roundRect">
            <a:avLst>
              <a:gd name="adj" fmla="val 4023"/>
            </a:avLst>
          </a:prstGeom>
          <a:solidFill>
            <a:srgbClr val="C2797B"/>
          </a:solidFill>
          <a:ln>
            <a:solidFill>
              <a:srgbClr val="EE877B"/>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400" dirty="0">
                <a:solidFill>
                  <a:schemeClr val="bg1">
                    <a:lumMod val="95000"/>
                  </a:schemeClr>
                </a:solidFill>
                <a:latin typeface="Inter Medium" panose="02000503000000020004" pitchFamily="2" charset="0"/>
                <a:ea typeface="Inter Medium" panose="02000503000000020004" pitchFamily="2" charset="0"/>
              </a:rPr>
              <a:t>Licenses and usage</a:t>
            </a:r>
          </a:p>
        </p:txBody>
      </p:sp>
      <p:sp>
        <p:nvSpPr>
          <p:cNvPr id="12" name="Rounded Rectangle 11">
            <a:extLst>
              <a:ext uri="{FF2B5EF4-FFF2-40B4-BE49-F238E27FC236}">
                <a16:creationId xmlns:a16="http://schemas.microsoft.com/office/drawing/2014/main" id="{33A5C184-7C0B-CB78-4F6B-FE960C0D3D7E}"/>
              </a:ext>
            </a:extLst>
          </p:cNvPr>
          <p:cNvSpPr/>
          <p:nvPr/>
        </p:nvSpPr>
        <p:spPr>
          <a:xfrm>
            <a:off x="6784262" y="5030674"/>
            <a:ext cx="3618271" cy="1513185"/>
          </a:xfrm>
          <a:prstGeom prst="roundRect">
            <a:avLst>
              <a:gd name="adj" fmla="val 5000"/>
            </a:avLst>
          </a:prstGeom>
          <a:solidFill>
            <a:schemeClr val="bg2">
              <a:lumMod val="5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400" dirty="0">
                <a:solidFill>
                  <a:schemeClr val="bg1">
                    <a:lumMod val="95000"/>
                  </a:schemeClr>
                </a:solidFill>
                <a:latin typeface="Inter Medium" panose="02000503000000020004" pitchFamily="2" charset="0"/>
                <a:ea typeface="Inter Medium" panose="02000503000000020004" pitchFamily="2" charset="0"/>
              </a:rPr>
              <a:t>Infrastructure</a:t>
            </a:r>
          </a:p>
        </p:txBody>
      </p:sp>
      <p:sp>
        <p:nvSpPr>
          <p:cNvPr id="13" name="Rounded Rectangle 12">
            <a:extLst>
              <a:ext uri="{FF2B5EF4-FFF2-40B4-BE49-F238E27FC236}">
                <a16:creationId xmlns:a16="http://schemas.microsoft.com/office/drawing/2014/main" id="{8901B932-80B8-92F2-404E-05B514121B42}"/>
              </a:ext>
            </a:extLst>
          </p:cNvPr>
          <p:cNvSpPr/>
          <p:nvPr/>
        </p:nvSpPr>
        <p:spPr>
          <a:xfrm>
            <a:off x="6784262" y="2674374"/>
            <a:ext cx="3618271" cy="2356301"/>
          </a:xfrm>
          <a:prstGeom prst="roundRect">
            <a:avLst>
              <a:gd name="adj" fmla="val 3328"/>
            </a:avLst>
          </a:prstGeom>
          <a:solidFill>
            <a:srgbClr val="52C29E"/>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400" dirty="0">
                <a:solidFill>
                  <a:schemeClr val="bg1">
                    <a:lumMod val="95000"/>
                  </a:schemeClr>
                </a:solidFill>
                <a:latin typeface="Inter Medium" panose="02000503000000020004" pitchFamily="2" charset="0"/>
                <a:ea typeface="Inter Medium" panose="02000503000000020004" pitchFamily="2" charset="0"/>
              </a:rPr>
              <a:t>People</a:t>
            </a:r>
          </a:p>
        </p:txBody>
      </p:sp>
      <p:sp>
        <p:nvSpPr>
          <p:cNvPr id="14" name="Rounded Rectangle 13">
            <a:extLst>
              <a:ext uri="{FF2B5EF4-FFF2-40B4-BE49-F238E27FC236}">
                <a16:creationId xmlns:a16="http://schemas.microsoft.com/office/drawing/2014/main" id="{1630927B-81CF-2502-3D49-F14543A01DCA}"/>
              </a:ext>
            </a:extLst>
          </p:cNvPr>
          <p:cNvSpPr/>
          <p:nvPr/>
        </p:nvSpPr>
        <p:spPr>
          <a:xfrm>
            <a:off x="6784261" y="2464456"/>
            <a:ext cx="3618271" cy="209918"/>
          </a:xfrm>
          <a:prstGeom prst="roundRect">
            <a:avLst>
              <a:gd name="adj" fmla="val 20951"/>
            </a:avLst>
          </a:prstGeom>
          <a:solidFill>
            <a:srgbClr val="C2797B"/>
          </a:solidFill>
          <a:ln>
            <a:solidFill>
              <a:srgbClr val="EE877B"/>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L" sz="1400" dirty="0">
                <a:solidFill>
                  <a:schemeClr val="bg1">
                    <a:lumMod val="95000"/>
                  </a:schemeClr>
                </a:solidFill>
                <a:latin typeface="Inter Medium" panose="02000503000000020004" pitchFamily="2" charset="0"/>
                <a:ea typeface="Inter Medium" panose="02000503000000020004" pitchFamily="2" charset="0"/>
              </a:rPr>
              <a:t>Licenses and usage</a:t>
            </a:r>
          </a:p>
        </p:txBody>
      </p:sp>
      <p:sp>
        <p:nvSpPr>
          <p:cNvPr id="16" name="TextBox 15">
            <a:extLst>
              <a:ext uri="{FF2B5EF4-FFF2-40B4-BE49-F238E27FC236}">
                <a16:creationId xmlns:a16="http://schemas.microsoft.com/office/drawing/2014/main" id="{938DB5F7-42C7-6B91-1ACB-AA9BF64A2A7C}"/>
              </a:ext>
            </a:extLst>
          </p:cNvPr>
          <p:cNvSpPr txBox="1"/>
          <p:nvPr/>
        </p:nvSpPr>
        <p:spPr>
          <a:xfrm>
            <a:off x="2040191" y="1996413"/>
            <a:ext cx="3116826" cy="307777"/>
          </a:xfrm>
          <a:prstGeom prst="rect">
            <a:avLst/>
          </a:prstGeom>
          <a:noFill/>
        </p:spPr>
        <p:txBody>
          <a:bodyPr wrap="square">
            <a:spAutoFit/>
          </a:bodyPr>
          <a:lstStyle/>
          <a:p>
            <a:pPr algn="ctr"/>
            <a:r>
              <a:rPr lang="en-US" sz="1400" b="1" dirty="0" err="1">
                <a:solidFill>
                  <a:schemeClr val="bg1"/>
                </a:solidFill>
                <a:latin typeface="Inter" pitchFamily="34" charset="0"/>
                <a:ea typeface="Inter" pitchFamily="34" charset="-122"/>
                <a:cs typeface="Inter" pitchFamily="34" charset="-120"/>
              </a:rPr>
              <a:t>Hyperscaler</a:t>
            </a:r>
            <a:endParaRPr lang="en-NL" dirty="0"/>
          </a:p>
        </p:txBody>
      </p:sp>
      <p:sp>
        <p:nvSpPr>
          <p:cNvPr id="17" name="TextBox 16">
            <a:extLst>
              <a:ext uri="{FF2B5EF4-FFF2-40B4-BE49-F238E27FC236}">
                <a16:creationId xmlns:a16="http://schemas.microsoft.com/office/drawing/2014/main" id="{6391DAE7-E15E-7E6F-5690-0EE9946851B7}"/>
              </a:ext>
            </a:extLst>
          </p:cNvPr>
          <p:cNvSpPr txBox="1"/>
          <p:nvPr/>
        </p:nvSpPr>
        <p:spPr>
          <a:xfrm>
            <a:off x="7034983" y="1993449"/>
            <a:ext cx="3116826" cy="307777"/>
          </a:xfrm>
          <a:prstGeom prst="rect">
            <a:avLst/>
          </a:prstGeom>
          <a:noFill/>
        </p:spPr>
        <p:txBody>
          <a:bodyPr wrap="square">
            <a:spAutoFit/>
          </a:bodyPr>
          <a:lstStyle/>
          <a:p>
            <a:pPr algn="ctr"/>
            <a:r>
              <a:rPr lang="en-US" sz="1400" b="1" dirty="0">
                <a:solidFill>
                  <a:schemeClr val="bg1"/>
                </a:solidFill>
                <a:latin typeface="Inter" pitchFamily="34" charset="0"/>
                <a:ea typeface="Inter" pitchFamily="34" charset="-122"/>
                <a:cs typeface="Inter" pitchFamily="34" charset="-120"/>
              </a:rPr>
              <a:t>Self-hosted</a:t>
            </a:r>
            <a:endParaRPr lang="en-NL" dirty="0"/>
          </a:p>
        </p:txBody>
      </p:sp>
    </p:spTree>
    <p:extLst>
      <p:ext uri="{BB962C8B-B14F-4D97-AF65-F5344CB8AC3E}">
        <p14:creationId xmlns:p14="http://schemas.microsoft.com/office/powerpoint/2010/main" val="1761244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A1A19"/>
        </a:solidFill>
        <a:effectLst/>
      </p:bgPr>
    </p:bg>
    <p:spTree>
      <p:nvGrpSpPr>
        <p:cNvPr id="1" name="">
          <a:extLst>
            <a:ext uri="{FF2B5EF4-FFF2-40B4-BE49-F238E27FC236}">
              <a16:creationId xmlns:a16="http://schemas.microsoft.com/office/drawing/2014/main" id="{F2046771-0F52-585F-3BDB-E0425F778D1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0A38D70-980D-051E-2DCA-BD7E4FAC195E}"/>
              </a:ext>
            </a:extLst>
          </p:cNvPr>
          <p:cNvSpPr/>
          <p:nvPr/>
        </p:nvSpPr>
        <p:spPr>
          <a:xfrm>
            <a:off x="640080" y="59436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5. the uncomfortable truth</a:t>
            </a:r>
            <a:endParaRPr lang="en-US" sz="1300" dirty="0"/>
          </a:p>
        </p:txBody>
      </p:sp>
      <p:sp>
        <p:nvSpPr>
          <p:cNvPr id="4" name="Text 1">
            <a:extLst>
              <a:ext uri="{FF2B5EF4-FFF2-40B4-BE49-F238E27FC236}">
                <a16:creationId xmlns:a16="http://schemas.microsoft.com/office/drawing/2014/main" id="{AA8102C5-BB67-4DDF-8AC6-03DE47DFDBF7}"/>
              </a:ext>
            </a:extLst>
          </p:cNvPr>
          <p:cNvSpPr/>
          <p:nvPr/>
        </p:nvSpPr>
        <p:spPr>
          <a:xfrm>
            <a:off x="838200" y="2482891"/>
            <a:ext cx="10515600" cy="1892218"/>
          </a:xfrm>
          <a:prstGeom prst="rect">
            <a:avLst/>
          </a:prstGeom>
          <a:noFill/>
          <a:ln/>
        </p:spPr>
        <p:txBody>
          <a:bodyPr wrap="square" lIns="0" tIns="0" rIns="0" bIns="0" rtlCol="0" anchor="ctr"/>
          <a:lstStyle/>
          <a:p>
            <a:pPr algn="ctr"/>
            <a:r>
              <a:rPr lang="en-NL" sz="3600" b="1" dirty="0">
                <a:solidFill>
                  <a:schemeClr val="bg1">
                    <a:lumMod val="95000"/>
                  </a:schemeClr>
                </a:solidFill>
                <a:latin typeface="Space Grotesk" pitchFamily="2" charset="77"/>
                <a:cs typeface="Space Grotesk" pitchFamily="2" charset="77"/>
              </a:rPr>
              <a:t>You are not buying a </a:t>
            </a:r>
            <a:r>
              <a:rPr lang="en-NL" sz="3600" b="1" dirty="0">
                <a:solidFill>
                  <a:srgbClr val="2FA34A"/>
                </a:solidFill>
                <a:latin typeface="Space Grotesk" pitchFamily="2" charset="77"/>
                <a:cs typeface="Space Grotesk" pitchFamily="2" charset="77"/>
              </a:rPr>
              <a:t>cheaper</a:t>
            </a:r>
            <a:r>
              <a:rPr lang="en-NL" sz="3600" b="1" dirty="0">
                <a:solidFill>
                  <a:schemeClr val="bg1">
                    <a:lumMod val="95000"/>
                  </a:schemeClr>
                </a:solidFill>
                <a:latin typeface="Space Grotesk" pitchFamily="2" charset="77"/>
                <a:cs typeface="Space Grotesk" pitchFamily="2" charset="77"/>
              </a:rPr>
              <a:t> platform. </a:t>
            </a:r>
            <a:br>
              <a:rPr lang="en-NL" sz="3600" b="1" dirty="0">
                <a:solidFill>
                  <a:schemeClr val="bg1">
                    <a:lumMod val="95000"/>
                  </a:schemeClr>
                </a:solidFill>
                <a:latin typeface="Space Grotesk" pitchFamily="2" charset="77"/>
                <a:cs typeface="Space Grotesk" pitchFamily="2" charset="77"/>
              </a:rPr>
            </a:br>
            <a:r>
              <a:rPr lang="en-NL" sz="3600" b="1" dirty="0">
                <a:solidFill>
                  <a:schemeClr val="bg1">
                    <a:lumMod val="95000"/>
                  </a:schemeClr>
                </a:solidFill>
                <a:latin typeface="Space Grotesk" pitchFamily="2" charset="77"/>
                <a:cs typeface="Space Grotesk" pitchFamily="2" charset="77"/>
              </a:rPr>
              <a:t>You are buying the ability to </a:t>
            </a:r>
            <a:br>
              <a:rPr lang="en-NL" sz="3600" b="1" dirty="0">
                <a:solidFill>
                  <a:schemeClr val="bg1">
                    <a:lumMod val="95000"/>
                  </a:schemeClr>
                </a:solidFill>
                <a:latin typeface="Space Grotesk" pitchFamily="2" charset="77"/>
                <a:cs typeface="Space Grotesk" pitchFamily="2" charset="77"/>
              </a:rPr>
            </a:br>
            <a:r>
              <a:rPr lang="en-NL" sz="3600" b="1" dirty="0">
                <a:solidFill>
                  <a:srgbClr val="2FA34A"/>
                </a:solidFill>
                <a:latin typeface="Space Grotesk" pitchFamily="2" charset="77"/>
                <a:cs typeface="Space Grotesk" pitchFamily="2" charset="77"/>
              </a:rPr>
              <a:t>get and stay</a:t>
            </a:r>
            <a:r>
              <a:rPr lang="en-NL" sz="3600" b="1" dirty="0">
                <a:solidFill>
                  <a:schemeClr val="bg1">
                    <a:lumMod val="95000"/>
                  </a:schemeClr>
                </a:solidFill>
                <a:latin typeface="Space Grotesk" pitchFamily="2" charset="77"/>
                <a:cs typeface="Space Grotesk" pitchFamily="2" charset="77"/>
              </a:rPr>
              <a:t> </a:t>
            </a:r>
            <a:r>
              <a:rPr lang="en-NL" sz="3600" b="1" dirty="0">
                <a:solidFill>
                  <a:srgbClr val="2FA34A"/>
                </a:solidFill>
                <a:latin typeface="Space Grotesk" pitchFamily="2" charset="77"/>
                <a:cs typeface="Space Grotesk" pitchFamily="2" charset="77"/>
              </a:rPr>
              <a:t>in control</a:t>
            </a:r>
            <a:endParaRPr lang="en-US" sz="3600" b="1" dirty="0">
              <a:solidFill>
                <a:srgbClr val="2FA34A"/>
              </a:solidFill>
              <a:latin typeface="Space Grotesk" pitchFamily="2" charset="77"/>
              <a:cs typeface="Space Grotesk" pitchFamily="2" charset="77"/>
            </a:endParaRPr>
          </a:p>
        </p:txBody>
      </p:sp>
    </p:spTree>
    <p:extLst>
      <p:ext uri="{BB962C8B-B14F-4D97-AF65-F5344CB8AC3E}">
        <p14:creationId xmlns:p14="http://schemas.microsoft.com/office/powerpoint/2010/main" val="4223479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A1A19"/>
        </a:solidFill>
        <a:effectLst/>
      </p:bgPr>
    </p:bg>
    <p:spTree>
      <p:nvGrpSpPr>
        <p:cNvPr id="1" name="">
          <a:extLst>
            <a:ext uri="{FF2B5EF4-FFF2-40B4-BE49-F238E27FC236}">
              <a16:creationId xmlns:a16="http://schemas.microsoft.com/office/drawing/2014/main" id="{DFDA0E86-0D62-6B8E-5B47-14BDA08968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A3826F4-7A9C-0B14-1935-15D87044A891}"/>
              </a:ext>
            </a:extLst>
          </p:cNvPr>
          <p:cNvSpPr/>
          <p:nvPr/>
        </p:nvSpPr>
        <p:spPr>
          <a:xfrm>
            <a:off x="640080" y="594360"/>
            <a:ext cx="8229600" cy="365760"/>
          </a:xfrm>
          <a:prstGeom prst="rect">
            <a:avLst/>
          </a:prstGeom>
          <a:noFill/>
          <a:ln/>
        </p:spPr>
        <p:txBody>
          <a:bodyPr wrap="square" lIns="0" tIns="0" rIns="0" bIns="0" rtlCol="0" anchor="ctr"/>
          <a:lstStyle/>
          <a:p>
            <a:r>
              <a:rPr lang="en-US" sz="1300" dirty="0">
                <a:solidFill>
                  <a:srgbClr val="16A34A"/>
                </a:solidFill>
                <a:latin typeface="JetBrains Mono Medium" pitchFamily="34" charset="0"/>
                <a:ea typeface="JetBrains Mono Medium" pitchFamily="34" charset="-122"/>
                <a:cs typeface="JetBrains Mono Medium" pitchFamily="34" charset="-120"/>
              </a:rPr>
              <a:t>// 5. the uncomfortable truth</a:t>
            </a:r>
            <a:endParaRPr lang="en-US" sz="1300" dirty="0"/>
          </a:p>
        </p:txBody>
      </p:sp>
      <p:pic>
        <p:nvPicPr>
          <p:cNvPr id="5" name="Picture 4">
            <a:extLst>
              <a:ext uri="{FF2B5EF4-FFF2-40B4-BE49-F238E27FC236}">
                <a16:creationId xmlns:a16="http://schemas.microsoft.com/office/drawing/2014/main" id="{2847AE73-7C12-68A1-2733-66097F6E17F7}"/>
              </a:ext>
            </a:extLst>
          </p:cNvPr>
          <p:cNvPicPr>
            <a:picLocks noChangeAspect="1"/>
          </p:cNvPicPr>
          <p:nvPr/>
        </p:nvPicPr>
        <p:blipFill>
          <a:blip r:embed="rId3"/>
          <a:stretch>
            <a:fillRect/>
          </a:stretch>
        </p:blipFill>
        <p:spPr>
          <a:xfrm>
            <a:off x="0" y="0"/>
            <a:ext cx="12192000" cy="6858000"/>
          </a:xfrm>
          <a:prstGeom prst="rect">
            <a:avLst/>
          </a:prstGeom>
        </p:spPr>
      </p:pic>
      <p:sp>
        <p:nvSpPr>
          <p:cNvPr id="6" name="Text 1">
            <a:extLst>
              <a:ext uri="{FF2B5EF4-FFF2-40B4-BE49-F238E27FC236}">
                <a16:creationId xmlns:a16="http://schemas.microsoft.com/office/drawing/2014/main" id="{561AF3D9-2906-3548-35C8-C17EA85D5872}"/>
              </a:ext>
            </a:extLst>
          </p:cNvPr>
          <p:cNvSpPr/>
          <p:nvPr/>
        </p:nvSpPr>
        <p:spPr>
          <a:xfrm>
            <a:off x="838200" y="594360"/>
            <a:ext cx="10515600" cy="1892218"/>
          </a:xfrm>
          <a:prstGeom prst="rect">
            <a:avLst/>
          </a:prstGeom>
          <a:noFill/>
          <a:ln/>
        </p:spPr>
        <p:txBody>
          <a:bodyPr wrap="square" lIns="0" tIns="0" rIns="0" bIns="0" rtlCol="0" anchor="ctr"/>
          <a:lstStyle/>
          <a:p>
            <a:pPr algn="ctr"/>
            <a:r>
              <a:rPr lang="en-GB" sz="3600" b="1" noProof="0" dirty="0">
                <a:latin typeface="Space Grotesk" pitchFamily="2" charset="77"/>
                <a:cs typeface="Space Grotesk" pitchFamily="2" charset="77"/>
              </a:rPr>
              <a:t>The choice we made at putSimply</a:t>
            </a:r>
          </a:p>
        </p:txBody>
      </p:sp>
    </p:spTree>
    <p:extLst>
      <p:ext uri="{BB962C8B-B14F-4D97-AF65-F5344CB8AC3E}">
        <p14:creationId xmlns:p14="http://schemas.microsoft.com/office/powerpoint/2010/main" val="2784689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11D018D9-4C58-1E61-D2AA-3C32871FB6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13545C6-46F4-5685-D297-91893FC09746}"/>
              </a:ext>
            </a:extLst>
          </p:cNvPr>
          <p:cNvSpPr/>
          <p:nvPr/>
        </p:nvSpPr>
        <p:spPr>
          <a:xfrm>
            <a:off x="640080" y="548640"/>
            <a:ext cx="8229600" cy="365760"/>
          </a:xfrm>
          <a:prstGeom prst="rect">
            <a:avLst/>
          </a:prstGeom>
          <a:noFill/>
          <a:ln/>
        </p:spPr>
        <p:txBody>
          <a:bodyPr wrap="square" lIns="0" tIns="0" rIns="0" bIns="0" rtlCol="0" anchor="ctr"/>
          <a:lstStyle/>
          <a:p>
            <a:pPr marL="0" indent="0">
              <a:buNone/>
            </a:pPr>
            <a:r>
              <a:rPr lang="en-US" sz="1300" dirty="0">
                <a:solidFill>
                  <a:srgbClr val="16A34A"/>
                </a:solidFill>
                <a:latin typeface="JetBrains Mono Medium" pitchFamily="34" charset="0"/>
                <a:ea typeface="JetBrains Mono Medium" pitchFamily="34" charset="-122"/>
                <a:cs typeface="JetBrains Mono Medium" pitchFamily="34" charset="-120"/>
              </a:rPr>
              <a:t>// 6. where to start this Monday</a:t>
            </a:r>
            <a:endParaRPr lang="en-US" sz="1300" dirty="0"/>
          </a:p>
        </p:txBody>
      </p:sp>
      <p:sp>
        <p:nvSpPr>
          <p:cNvPr id="4" name="Shape 2">
            <a:extLst>
              <a:ext uri="{FF2B5EF4-FFF2-40B4-BE49-F238E27FC236}">
                <a16:creationId xmlns:a16="http://schemas.microsoft.com/office/drawing/2014/main" id="{428CE123-F658-DF7A-8AD5-1E1E072B5468}"/>
              </a:ext>
            </a:extLst>
          </p:cNvPr>
          <p:cNvSpPr/>
          <p:nvPr/>
        </p:nvSpPr>
        <p:spPr>
          <a:xfrm>
            <a:off x="531926" y="2476870"/>
            <a:ext cx="548640" cy="548640"/>
          </a:xfrm>
          <a:prstGeom prst="ellipse">
            <a:avLst/>
          </a:prstGeom>
          <a:solidFill>
            <a:srgbClr val="F0FDF4"/>
          </a:solidFill>
          <a:ln/>
        </p:spPr>
        <p:txBody>
          <a:bodyPr/>
          <a:lstStyle/>
          <a:p>
            <a:endParaRPr lang="en-NL"/>
          </a:p>
        </p:txBody>
      </p:sp>
      <p:sp>
        <p:nvSpPr>
          <p:cNvPr id="5" name="Text 3">
            <a:extLst>
              <a:ext uri="{FF2B5EF4-FFF2-40B4-BE49-F238E27FC236}">
                <a16:creationId xmlns:a16="http://schemas.microsoft.com/office/drawing/2014/main" id="{B6CF319D-7605-787F-9F2B-B41A7FA64E17}"/>
              </a:ext>
            </a:extLst>
          </p:cNvPr>
          <p:cNvSpPr/>
          <p:nvPr/>
        </p:nvSpPr>
        <p:spPr>
          <a:xfrm>
            <a:off x="531926" y="2476870"/>
            <a:ext cx="548640" cy="548640"/>
          </a:xfrm>
          <a:prstGeom prst="rect">
            <a:avLst/>
          </a:prstGeom>
          <a:noFill/>
          <a:ln/>
        </p:spPr>
        <p:txBody>
          <a:bodyPr wrap="square" lIns="0" tIns="0" rIns="0" bIns="0" rtlCol="0" anchor="ctr"/>
          <a:lstStyle/>
          <a:p>
            <a:pPr marL="0" indent="0" algn="ctr">
              <a:buNone/>
            </a:pPr>
            <a:r>
              <a:rPr lang="en-US" sz="2000" b="1" dirty="0">
                <a:solidFill>
                  <a:srgbClr val="15803D"/>
                </a:solidFill>
                <a:latin typeface="JetBrains Mono ExtraBold" pitchFamily="34" charset="0"/>
                <a:ea typeface="JetBrains Mono ExtraBold" pitchFamily="34" charset="-122"/>
                <a:cs typeface="JetBrains Mono ExtraBold" pitchFamily="34" charset="-120"/>
              </a:rPr>
              <a:t>1</a:t>
            </a:r>
            <a:endParaRPr lang="en-US" sz="2000" dirty="0"/>
          </a:p>
        </p:txBody>
      </p:sp>
      <p:sp>
        <p:nvSpPr>
          <p:cNvPr id="6" name="Text 4">
            <a:extLst>
              <a:ext uri="{FF2B5EF4-FFF2-40B4-BE49-F238E27FC236}">
                <a16:creationId xmlns:a16="http://schemas.microsoft.com/office/drawing/2014/main" id="{E16753CA-C97B-1F36-E30E-98BAED1FA046}"/>
              </a:ext>
            </a:extLst>
          </p:cNvPr>
          <p:cNvSpPr/>
          <p:nvPr/>
        </p:nvSpPr>
        <p:spPr>
          <a:xfrm>
            <a:off x="1309166" y="2458582"/>
            <a:ext cx="10058400" cy="585216"/>
          </a:xfrm>
          <a:prstGeom prst="rect">
            <a:avLst/>
          </a:prstGeom>
          <a:noFill/>
          <a:ln/>
        </p:spPr>
        <p:txBody>
          <a:bodyPr wrap="square" lIns="0" tIns="0" rIns="0" bIns="0" rtlCol="0" anchor="ctr"/>
          <a:lstStyle/>
          <a:p>
            <a:pPr marL="0" indent="0">
              <a:buNone/>
            </a:pPr>
            <a:r>
              <a:rPr lang="en-US" sz="1700" b="1" dirty="0">
                <a:solidFill>
                  <a:srgbClr val="0A0A0A"/>
                </a:solidFill>
                <a:latin typeface="Inter" pitchFamily="34" charset="0"/>
                <a:ea typeface="Inter" pitchFamily="34" charset="-122"/>
                <a:cs typeface="Inter" pitchFamily="34" charset="-120"/>
              </a:rPr>
              <a:t>Find out where you currently stand on each layer of control</a:t>
            </a:r>
            <a:endParaRPr lang="en-US" sz="1700" dirty="0"/>
          </a:p>
        </p:txBody>
      </p:sp>
      <p:sp>
        <p:nvSpPr>
          <p:cNvPr id="7" name="Shape 5">
            <a:extLst>
              <a:ext uri="{FF2B5EF4-FFF2-40B4-BE49-F238E27FC236}">
                <a16:creationId xmlns:a16="http://schemas.microsoft.com/office/drawing/2014/main" id="{85E40B22-C5CF-F89F-C51C-80DC5A3AF828}"/>
              </a:ext>
            </a:extLst>
          </p:cNvPr>
          <p:cNvSpPr/>
          <p:nvPr/>
        </p:nvSpPr>
        <p:spPr>
          <a:xfrm>
            <a:off x="531926" y="3235822"/>
            <a:ext cx="548640" cy="548640"/>
          </a:xfrm>
          <a:prstGeom prst="ellipse">
            <a:avLst/>
          </a:prstGeom>
          <a:solidFill>
            <a:srgbClr val="F0FDF4"/>
          </a:solidFill>
          <a:ln/>
        </p:spPr>
        <p:txBody>
          <a:bodyPr/>
          <a:lstStyle/>
          <a:p>
            <a:endParaRPr lang="en-NL"/>
          </a:p>
        </p:txBody>
      </p:sp>
      <p:sp>
        <p:nvSpPr>
          <p:cNvPr id="8" name="Text 6">
            <a:extLst>
              <a:ext uri="{FF2B5EF4-FFF2-40B4-BE49-F238E27FC236}">
                <a16:creationId xmlns:a16="http://schemas.microsoft.com/office/drawing/2014/main" id="{CF3D6A5D-B723-9483-15C1-46F62E6136D1}"/>
              </a:ext>
            </a:extLst>
          </p:cNvPr>
          <p:cNvSpPr/>
          <p:nvPr/>
        </p:nvSpPr>
        <p:spPr>
          <a:xfrm>
            <a:off x="531926" y="3235822"/>
            <a:ext cx="548640" cy="548640"/>
          </a:xfrm>
          <a:prstGeom prst="rect">
            <a:avLst/>
          </a:prstGeom>
          <a:noFill/>
          <a:ln/>
        </p:spPr>
        <p:txBody>
          <a:bodyPr wrap="square" lIns="0" tIns="0" rIns="0" bIns="0" rtlCol="0" anchor="ctr"/>
          <a:lstStyle/>
          <a:p>
            <a:pPr marL="0" indent="0" algn="ctr">
              <a:buNone/>
            </a:pPr>
            <a:r>
              <a:rPr lang="en-US" sz="2000" b="1" dirty="0">
                <a:solidFill>
                  <a:srgbClr val="15803D"/>
                </a:solidFill>
                <a:latin typeface="JetBrains Mono ExtraBold" pitchFamily="34" charset="0"/>
                <a:ea typeface="JetBrains Mono ExtraBold" pitchFamily="34" charset="-122"/>
                <a:cs typeface="JetBrains Mono ExtraBold" pitchFamily="34" charset="-120"/>
              </a:rPr>
              <a:t>2</a:t>
            </a:r>
            <a:endParaRPr lang="en-US" sz="2000" dirty="0"/>
          </a:p>
        </p:txBody>
      </p:sp>
      <p:sp>
        <p:nvSpPr>
          <p:cNvPr id="9" name="Text 7">
            <a:extLst>
              <a:ext uri="{FF2B5EF4-FFF2-40B4-BE49-F238E27FC236}">
                <a16:creationId xmlns:a16="http://schemas.microsoft.com/office/drawing/2014/main" id="{E7B1540E-92F6-A932-62D7-A945A73976AA}"/>
              </a:ext>
            </a:extLst>
          </p:cNvPr>
          <p:cNvSpPr/>
          <p:nvPr/>
        </p:nvSpPr>
        <p:spPr>
          <a:xfrm>
            <a:off x="1309166" y="3217534"/>
            <a:ext cx="10058400" cy="585216"/>
          </a:xfrm>
          <a:prstGeom prst="rect">
            <a:avLst/>
          </a:prstGeom>
          <a:noFill/>
          <a:ln/>
        </p:spPr>
        <p:txBody>
          <a:bodyPr wrap="square" lIns="0" tIns="0" rIns="0" bIns="0" rtlCol="0" anchor="ctr"/>
          <a:lstStyle/>
          <a:p>
            <a:r>
              <a:rPr lang="en-US" sz="1700" b="1" dirty="0">
                <a:solidFill>
                  <a:srgbClr val="0A0A0A"/>
                </a:solidFill>
                <a:latin typeface="Inter" pitchFamily="34" charset="0"/>
                <a:ea typeface="Inter" pitchFamily="34" charset="-122"/>
                <a:cs typeface="Inter" pitchFamily="34" charset="-120"/>
              </a:rPr>
              <a:t>Stop making it worse. Develop using open formats for anything new</a:t>
            </a:r>
            <a:endParaRPr lang="en-US" sz="1700" dirty="0"/>
          </a:p>
        </p:txBody>
      </p:sp>
      <p:sp>
        <p:nvSpPr>
          <p:cNvPr id="13" name="Shape 11">
            <a:extLst>
              <a:ext uri="{FF2B5EF4-FFF2-40B4-BE49-F238E27FC236}">
                <a16:creationId xmlns:a16="http://schemas.microsoft.com/office/drawing/2014/main" id="{EB9EF02C-7797-0B7B-66E1-7026E39E7E0C}"/>
              </a:ext>
            </a:extLst>
          </p:cNvPr>
          <p:cNvSpPr/>
          <p:nvPr/>
        </p:nvSpPr>
        <p:spPr>
          <a:xfrm>
            <a:off x="531926" y="3992784"/>
            <a:ext cx="548640" cy="548640"/>
          </a:xfrm>
          <a:prstGeom prst="ellipse">
            <a:avLst/>
          </a:prstGeom>
          <a:solidFill>
            <a:srgbClr val="F0FDF4"/>
          </a:solidFill>
          <a:ln/>
        </p:spPr>
        <p:txBody>
          <a:bodyPr/>
          <a:lstStyle/>
          <a:p>
            <a:endParaRPr lang="en-NL"/>
          </a:p>
        </p:txBody>
      </p:sp>
      <p:sp>
        <p:nvSpPr>
          <p:cNvPr id="14" name="Text 12">
            <a:extLst>
              <a:ext uri="{FF2B5EF4-FFF2-40B4-BE49-F238E27FC236}">
                <a16:creationId xmlns:a16="http://schemas.microsoft.com/office/drawing/2014/main" id="{CA56BE8F-A020-D6DB-9B22-AAC782AE4254}"/>
              </a:ext>
            </a:extLst>
          </p:cNvPr>
          <p:cNvSpPr/>
          <p:nvPr/>
        </p:nvSpPr>
        <p:spPr>
          <a:xfrm>
            <a:off x="531926" y="3992784"/>
            <a:ext cx="548640" cy="548640"/>
          </a:xfrm>
          <a:prstGeom prst="rect">
            <a:avLst/>
          </a:prstGeom>
          <a:noFill/>
          <a:ln/>
        </p:spPr>
        <p:txBody>
          <a:bodyPr wrap="square" lIns="0" tIns="0" rIns="0" bIns="0" rtlCol="0" anchor="ctr"/>
          <a:lstStyle/>
          <a:p>
            <a:pPr marL="0" indent="0" algn="ctr">
              <a:buNone/>
            </a:pPr>
            <a:r>
              <a:rPr lang="en-US" sz="2000" b="1" dirty="0">
                <a:solidFill>
                  <a:srgbClr val="15803D"/>
                </a:solidFill>
                <a:latin typeface="JetBrains Mono ExtraBold" pitchFamily="34" charset="0"/>
                <a:cs typeface="JetBrains Mono ExtraBold" pitchFamily="34" charset="-120"/>
              </a:rPr>
              <a:t>3</a:t>
            </a:r>
            <a:endParaRPr lang="en-US" sz="2000" dirty="0"/>
          </a:p>
        </p:txBody>
      </p:sp>
      <p:sp>
        <p:nvSpPr>
          <p:cNvPr id="15" name="Text 13">
            <a:extLst>
              <a:ext uri="{FF2B5EF4-FFF2-40B4-BE49-F238E27FC236}">
                <a16:creationId xmlns:a16="http://schemas.microsoft.com/office/drawing/2014/main" id="{00683B0B-C605-5A1D-A7F2-317F09472C49}"/>
              </a:ext>
            </a:extLst>
          </p:cNvPr>
          <p:cNvSpPr/>
          <p:nvPr/>
        </p:nvSpPr>
        <p:spPr>
          <a:xfrm>
            <a:off x="1309166" y="3974496"/>
            <a:ext cx="10058400" cy="585216"/>
          </a:xfrm>
          <a:prstGeom prst="rect">
            <a:avLst/>
          </a:prstGeom>
          <a:noFill/>
          <a:ln/>
        </p:spPr>
        <p:txBody>
          <a:bodyPr wrap="square" lIns="0" tIns="0" rIns="0" bIns="0" rtlCol="0" anchor="ctr"/>
          <a:lstStyle/>
          <a:p>
            <a:pPr marL="0" indent="0">
              <a:buNone/>
            </a:pPr>
            <a:r>
              <a:rPr lang="en-US" sz="1700" b="1" dirty="0">
                <a:solidFill>
                  <a:srgbClr val="0A0A0A"/>
                </a:solidFill>
                <a:latin typeface="Inter" pitchFamily="34" charset="0"/>
                <a:ea typeface="Inter" pitchFamily="34" charset="-122"/>
                <a:cs typeface="Inter" pitchFamily="34" charset="-120"/>
              </a:rPr>
              <a:t>Find out what actually happens when your </a:t>
            </a:r>
            <a:r>
              <a:rPr lang="en-US" sz="1700" b="1" dirty="0" err="1">
                <a:solidFill>
                  <a:srgbClr val="0A0A0A"/>
                </a:solidFill>
                <a:latin typeface="Inter" pitchFamily="34" charset="0"/>
                <a:ea typeface="Inter" pitchFamily="34" charset="-122"/>
                <a:cs typeface="Inter" pitchFamily="34" charset="-120"/>
              </a:rPr>
              <a:t>hyperscaler</a:t>
            </a:r>
            <a:r>
              <a:rPr lang="en-US" sz="1700" b="1" dirty="0">
                <a:solidFill>
                  <a:srgbClr val="0A0A0A"/>
                </a:solidFill>
                <a:latin typeface="Inter" pitchFamily="34" charset="0"/>
                <a:ea typeface="Inter" pitchFamily="34" charset="-122"/>
                <a:cs typeface="Inter" pitchFamily="34" charset="-120"/>
              </a:rPr>
              <a:t> account is blocked</a:t>
            </a:r>
            <a:endParaRPr lang="en-US" sz="1700" dirty="0"/>
          </a:p>
        </p:txBody>
      </p:sp>
      <p:sp>
        <p:nvSpPr>
          <p:cNvPr id="10" name="Text 1">
            <a:extLst>
              <a:ext uri="{FF2B5EF4-FFF2-40B4-BE49-F238E27FC236}">
                <a16:creationId xmlns:a16="http://schemas.microsoft.com/office/drawing/2014/main" id="{8CCCF7F5-0113-43C4-117F-D034B9561077}"/>
              </a:ext>
            </a:extLst>
          </p:cNvPr>
          <p:cNvSpPr/>
          <p:nvPr/>
        </p:nvSpPr>
        <p:spPr>
          <a:xfrm>
            <a:off x="640080" y="960120"/>
            <a:ext cx="10515600" cy="822960"/>
          </a:xfrm>
          <a:prstGeom prst="rect">
            <a:avLst/>
          </a:prstGeom>
          <a:noFill/>
          <a:ln/>
        </p:spPr>
        <p:txBody>
          <a:bodyPr wrap="square" lIns="0" tIns="0" rIns="0" bIns="0" rtlCol="0" anchor="ctr"/>
          <a:lstStyle/>
          <a:p>
            <a:pPr marL="0" indent="0">
              <a:buNone/>
            </a:pPr>
            <a:r>
              <a:rPr lang="en-US" sz="3200" b="1" dirty="0">
                <a:solidFill>
                  <a:srgbClr val="0A0A0A"/>
                </a:solidFill>
                <a:latin typeface="Space Grotesk" pitchFamily="34" charset="0"/>
                <a:cs typeface="Space Grotesk" pitchFamily="34" charset="-120"/>
              </a:rPr>
              <a:t>Get started with your own sovereign data platform</a:t>
            </a:r>
            <a:endParaRPr lang="en-US" sz="3200" dirty="0"/>
          </a:p>
        </p:txBody>
      </p:sp>
    </p:spTree>
    <p:extLst>
      <p:ext uri="{BB962C8B-B14F-4D97-AF65-F5344CB8AC3E}">
        <p14:creationId xmlns:p14="http://schemas.microsoft.com/office/powerpoint/2010/main" val="3411323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8">
    <p:bg>
      <p:bgPr>
        <a:solidFill>
          <a:srgbClr val="0A0A0A"/>
        </a:solidFill>
        <a:effectLst/>
      </p:bgPr>
    </p:bg>
    <p:spTree>
      <p:nvGrpSpPr>
        <p:cNvPr id="1" name=""/>
        <p:cNvGrpSpPr/>
        <p:nvPr/>
      </p:nvGrpSpPr>
      <p:grpSpPr>
        <a:xfrm>
          <a:off x="0" y="0"/>
          <a:ext cx="0" cy="0"/>
          <a:chOff x="0" y="0"/>
          <a:chExt cx="0" cy="0"/>
        </a:xfrm>
      </p:grpSpPr>
      <p:sp>
        <p:nvSpPr>
          <p:cNvPr id="2" name="Text 0"/>
          <p:cNvSpPr/>
          <p:nvPr/>
        </p:nvSpPr>
        <p:spPr>
          <a:xfrm>
            <a:off x="640080" y="640080"/>
            <a:ext cx="8229600" cy="365760"/>
          </a:xfrm>
          <a:prstGeom prst="rect">
            <a:avLst/>
          </a:prstGeom>
          <a:noFill/>
          <a:ln/>
        </p:spPr>
        <p:txBody>
          <a:bodyPr wrap="square" lIns="0" tIns="0" rIns="0" bIns="0" rtlCol="0" anchor="ctr"/>
          <a:lstStyle/>
          <a:p>
            <a:pPr marL="0" indent="0">
              <a:buNone/>
            </a:pPr>
            <a:r>
              <a:rPr lang="en-US" sz="1300" dirty="0">
                <a:solidFill>
                  <a:srgbClr val="4ADE80"/>
                </a:solidFill>
                <a:latin typeface="JetBrains Mono Medium" pitchFamily="34" charset="0"/>
                <a:ea typeface="JetBrains Mono Medium" pitchFamily="34" charset="-122"/>
                <a:cs typeface="JetBrains Mono Medium" pitchFamily="34" charset="-120"/>
              </a:rPr>
              <a:t>// own your data. own your skills.</a:t>
            </a:r>
            <a:endParaRPr lang="en-US" sz="1300" dirty="0"/>
          </a:p>
        </p:txBody>
      </p:sp>
      <p:sp>
        <p:nvSpPr>
          <p:cNvPr id="3" name="Text 1"/>
          <p:cNvSpPr/>
          <p:nvPr/>
        </p:nvSpPr>
        <p:spPr>
          <a:xfrm>
            <a:off x="640080" y="1554480"/>
            <a:ext cx="7589520" cy="1737360"/>
          </a:xfrm>
          <a:prstGeom prst="rect">
            <a:avLst/>
          </a:prstGeom>
          <a:noFill/>
          <a:ln/>
        </p:spPr>
        <p:txBody>
          <a:bodyPr wrap="square" lIns="0" tIns="0" rIns="0" bIns="0" rtlCol="0" anchor="t"/>
          <a:lstStyle/>
          <a:p>
            <a:pPr marL="0" indent="0">
              <a:lnSpc>
                <a:spcPct val="105000"/>
              </a:lnSpc>
              <a:buNone/>
            </a:pPr>
            <a:r>
              <a:rPr lang="en-US" sz="4000" b="1" dirty="0">
                <a:solidFill>
                  <a:srgbClr val="FFFFFF"/>
                </a:solidFill>
                <a:latin typeface="Space Grotesk" pitchFamily="34" charset="0"/>
                <a:ea typeface="Space Grotesk" pitchFamily="34" charset="-122"/>
                <a:cs typeface="Space Grotesk" pitchFamily="34" charset="-120"/>
              </a:rPr>
              <a:t>Get the deck, the blueprint</a:t>
            </a:r>
            <a:endParaRPr lang="en-US" sz="4000" dirty="0"/>
          </a:p>
          <a:p>
            <a:pPr marL="0" indent="0">
              <a:lnSpc>
                <a:spcPct val="105000"/>
              </a:lnSpc>
              <a:buNone/>
            </a:pPr>
            <a:r>
              <a:rPr lang="en-US" sz="4000" b="1" dirty="0">
                <a:solidFill>
                  <a:srgbClr val="FFFFFF"/>
                </a:solidFill>
                <a:latin typeface="Space Grotesk" pitchFamily="34" charset="0"/>
                <a:ea typeface="Space Grotesk" pitchFamily="34" charset="-122"/>
                <a:cs typeface="Space Grotesk" pitchFamily="34" charset="-120"/>
              </a:rPr>
              <a:t>&amp; the updates.</a:t>
            </a:r>
            <a:endParaRPr lang="en-US" sz="4000" dirty="0"/>
          </a:p>
        </p:txBody>
      </p:sp>
      <p:sp>
        <p:nvSpPr>
          <p:cNvPr id="5" name="Text 3"/>
          <p:cNvSpPr/>
          <p:nvPr/>
        </p:nvSpPr>
        <p:spPr>
          <a:xfrm>
            <a:off x="640080" y="4892040"/>
            <a:ext cx="7315200" cy="457200"/>
          </a:xfrm>
          <a:prstGeom prst="rect">
            <a:avLst/>
          </a:prstGeom>
          <a:noFill/>
          <a:ln/>
        </p:spPr>
        <p:txBody>
          <a:bodyPr wrap="square" lIns="0" tIns="0" rIns="0" bIns="0" rtlCol="0" anchor="ctr"/>
          <a:lstStyle/>
          <a:p>
            <a:pPr marL="0" indent="0">
              <a:buNone/>
            </a:pPr>
            <a:r>
              <a:rPr lang="en-US" sz="1900" dirty="0">
                <a:solidFill>
                  <a:srgbClr val="4ADE80"/>
                </a:solidFill>
                <a:latin typeface="JetBrains Mono Medium" pitchFamily="34" charset="0"/>
                <a:ea typeface="JetBrains Mono Medium" pitchFamily="34" charset="-122"/>
                <a:cs typeface="JetBrains Mono Medium" pitchFamily="34" charset="-120"/>
              </a:rPr>
              <a:t>enricovandelaar.com/sovereign</a:t>
            </a:r>
            <a:endParaRPr lang="en-US" sz="1900" dirty="0"/>
          </a:p>
        </p:txBody>
      </p:sp>
      <p:sp>
        <p:nvSpPr>
          <p:cNvPr id="6" name="Text 4"/>
          <p:cNvSpPr/>
          <p:nvPr/>
        </p:nvSpPr>
        <p:spPr>
          <a:xfrm>
            <a:off x="640080" y="6080760"/>
            <a:ext cx="5486400" cy="365760"/>
          </a:xfrm>
          <a:prstGeom prst="rect">
            <a:avLst/>
          </a:prstGeom>
          <a:noFill/>
          <a:ln/>
        </p:spPr>
        <p:txBody>
          <a:bodyPr wrap="square" lIns="0" tIns="0" rIns="0" bIns="0" rtlCol="0" anchor="ctr"/>
          <a:lstStyle/>
          <a:p>
            <a:pPr marL="0" indent="0">
              <a:buNone/>
            </a:pPr>
            <a:r>
              <a:rPr lang="en-US" sz="1200" dirty="0">
                <a:solidFill>
                  <a:srgbClr val="A1A1AA"/>
                </a:solidFill>
                <a:latin typeface="JetBrains Mono Medium" pitchFamily="34" charset="0"/>
                <a:ea typeface="JetBrains Mono Medium" pitchFamily="34" charset="-122"/>
                <a:cs typeface="JetBrains Mono Medium" pitchFamily="34" charset="-120"/>
              </a:rPr>
              <a:t>Enrico van de Laar</a:t>
            </a:r>
            <a:endParaRPr lang="en-US" sz="1200" dirty="0"/>
          </a:p>
        </p:txBody>
      </p:sp>
      <p:sp>
        <p:nvSpPr>
          <p:cNvPr id="7" name="Shape 5"/>
          <p:cNvSpPr/>
          <p:nvPr/>
        </p:nvSpPr>
        <p:spPr>
          <a:xfrm>
            <a:off x="8686800" y="1417320"/>
            <a:ext cx="2834640" cy="2834640"/>
          </a:xfrm>
          <a:prstGeom prst="roundRect">
            <a:avLst>
              <a:gd name="adj" fmla="val 1935"/>
            </a:avLst>
          </a:prstGeom>
          <a:solidFill>
            <a:srgbClr val="FFFFFF"/>
          </a:solidFill>
          <a:ln/>
        </p:spPr>
        <p:txBody>
          <a:bodyPr/>
          <a:lstStyle/>
          <a:p>
            <a:endParaRPr lang="en-NL"/>
          </a:p>
        </p:txBody>
      </p:sp>
      <p:sp>
        <p:nvSpPr>
          <p:cNvPr id="8" name="Text 6"/>
          <p:cNvSpPr/>
          <p:nvPr/>
        </p:nvSpPr>
        <p:spPr>
          <a:xfrm>
            <a:off x="8686800" y="1417320"/>
            <a:ext cx="2834640" cy="2834640"/>
          </a:xfrm>
          <a:prstGeom prst="rect">
            <a:avLst/>
          </a:prstGeom>
          <a:noFill/>
          <a:ln/>
        </p:spPr>
        <p:txBody>
          <a:bodyPr wrap="square" lIns="0" tIns="0" rIns="0" bIns="0" rtlCol="0" anchor="ctr"/>
          <a:lstStyle/>
          <a:p>
            <a:pPr marL="0" indent="0" algn="ctr">
              <a:buNone/>
            </a:pPr>
            <a:r>
              <a:rPr lang="en-US" sz="3000" b="1" dirty="0">
                <a:solidFill>
                  <a:srgbClr val="0A0A0A"/>
                </a:solidFill>
                <a:latin typeface="JetBrains Mono ExtraBold" pitchFamily="34" charset="0"/>
                <a:ea typeface="JetBrains Mono ExtraBold" pitchFamily="34" charset="-122"/>
                <a:cs typeface="JetBrains Mono ExtraBold" pitchFamily="34" charset="-120"/>
              </a:rPr>
              <a:t>[ QR ]</a:t>
            </a:r>
            <a:endParaRPr lang="en-US" sz="3000" dirty="0"/>
          </a:p>
        </p:txBody>
      </p:sp>
      <p:sp>
        <p:nvSpPr>
          <p:cNvPr id="9" name="Text 7"/>
          <p:cNvSpPr/>
          <p:nvPr/>
        </p:nvSpPr>
        <p:spPr>
          <a:xfrm>
            <a:off x="8686800" y="4297680"/>
            <a:ext cx="2834640" cy="320040"/>
          </a:xfrm>
          <a:prstGeom prst="rect">
            <a:avLst/>
          </a:prstGeom>
          <a:noFill/>
          <a:ln/>
        </p:spPr>
        <p:txBody>
          <a:bodyPr wrap="square" lIns="0" tIns="0" rIns="0" bIns="0" rtlCol="0" anchor="ctr"/>
          <a:lstStyle/>
          <a:p>
            <a:pPr marL="0" indent="0" algn="ctr">
              <a:buNone/>
            </a:pPr>
            <a:r>
              <a:rPr lang="en-US" sz="1100" dirty="0">
                <a:solidFill>
                  <a:srgbClr val="A1A1AA"/>
                </a:solidFill>
                <a:latin typeface="JetBrains Mono Medium" pitchFamily="34" charset="0"/>
                <a:ea typeface="JetBrains Mono Medium" pitchFamily="34" charset="-122"/>
                <a:cs typeface="JetBrains Mono Medium" pitchFamily="34" charset="-120"/>
              </a:rPr>
              <a:t>replace with your signup QR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fe3ac4bb-b109-48a4-93f6-7dceb8117f38">
      <Terms xmlns="http://schemas.microsoft.com/office/infopath/2007/PartnerControls"/>
    </lcf76f155ced4ddcb4097134ff3c332f>
    <TaxCatchAll xmlns="b51c0895-0250-49fb-90d0-c4c3fda5167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7996610782E1E49BA4157AFD0ABCDC0" ma:contentTypeVersion="18" ma:contentTypeDescription="Create a new document." ma:contentTypeScope="" ma:versionID="00b344047d4615bae3c8f59682e741b8">
  <xsd:schema xmlns:xsd="http://www.w3.org/2001/XMLSchema" xmlns:xs="http://www.w3.org/2001/XMLSchema" xmlns:p="http://schemas.microsoft.com/office/2006/metadata/properties" xmlns:ns2="fe3ac4bb-b109-48a4-93f6-7dceb8117f38" xmlns:ns3="b51c0895-0250-49fb-90d0-c4c3fda5167a" targetNamespace="http://schemas.microsoft.com/office/2006/metadata/properties" ma:root="true" ma:fieldsID="21dbd804f1c20aaeda10037ba4c9e7c2" ns2:_="" ns3:_="">
    <xsd:import namespace="fe3ac4bb-b109-48a4-93f6-7dceb8117f38"/>
    <xsd:import namespace="b51c0895-0250-49fb-90d0-c4c3fda5167a"/>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Location"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3ac4bb-b109-48a4-93f6-7dceb8117f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019cb6e-93b4-4f75-b8ff-dd6e79988c3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LengthInSeconds" ma:index="2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51c0895-0250-49fb-90d0-c4c3fda5167a"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fa693df-7002-42b8-8aa6-e793c1bbbe8b}" ma:internalName="TaxCatchAll" ma:showField="CatchAllData" ma:web="b51c0895-0250-49fb-90d0-c4c3fda5167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DD84533-0089-40F0-AE1A-10CC70F8993C}">
  <ds:schemaRefs>
    <ds:schemaRef ds:uri="http://schemas.microsoft.com/office/infopath/2007/PartnerControls"/>
    <ds:schemaRef ds:uri="http://purl.org/dc/terms/"/>
    <ds:schemaRef ds:uri="http://purl.org/dc/dcmitype/"/>
    <ds:schemaRef ds:uri="http://schemas.microsoft.com/office/2006/documentManagement/types"/>
    <ds:schemaRef ds:uri="fe3ac4bb-b109-48a4-93f6-7dceb8117f38"/>
    <ds:schemaRef ds:uri="http://www.w3.org/XML/1998/namespace"/>
    <ds:schemaRef ds:uri="b51c0895-0250-49fb-90d0-c4c3fda5167a"/>
    <ds:schemaRef ds:uri="http://schemas.openxmlformats.org/package/2006/metadata/core-properties"/>
    <ds:schemaRef ds:uri="http://purl.org/dc/elements/1.1/"/>
    <ds:schemaRef ds:uri="http://schemas.microsoft.com/office/2006/metadata/properties"/>
  </ds:schemaRefs>
</ds:datastoreItem>
</file>

<file path=customXml/itemProps2.xml><?xml version="1.0" encoding="utf-8"?>
<ds:datastoreItem xmlns:ds="http://schemas.openxmlformats.org/officeDocument/2006/customXml" ds:itemID="{6EB70D12-177C-49D9-8A3D-AB60C6E3F401}">
  <ds:schemaRefs>
    <ds:schemaRef ds:uri="http://schemas.microsoft.com/sharepoint/v3/contenttype/forms"/>
  </ds:schemaRefs>
</ds:datastoreItem>
</file>

<file path=customXml/itemProps3.xml><?xml version="1.0" encoding="utf-8"?>
<ds:datastoreItem xmlns:ds="http://schemas.openxmlformats.org/officeDocument/2006/customXml" ds:itemID="{3264BD89-4066-4C16-AFFF-A2FC5CE6B7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3ac4bb-b109-48a4-93f6-7dceb8117f38"/>
    <ds:schemaRef ds:uri="b51c0895-0250-49fb-90d0-c4c3fda5167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6039</TotalTime>
  <Words>2748</Words>
  <Application>Microsoft Macintosh PowerPoint</Application>
  <PresentationFormat>Widescreen</PresentationFormat>
  <Paragraphs>301</Paragraphs>
  <Slides>25</Slides>
  <Notes>25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25</vt:i4>
      </vt:variant>
    </vt:vector>
  </HeadingPairs>
  <TitlesOfParts>
    <vt:vector size="37" baseType="lpstr">
      <vt:lpstr>Aptos</vt:lpstr>
      <vt:lpstr>Arial</vt:lpstr>
      <vt:lpstr>Calibri</vt:lpstr>
      <vt:lpstr>Inter</vt:lpstr>
      <vt:lpstr>Inter Black</vt:lpstr>
      <vt:lpstr>Inter ExtraLight</vt:lpstr>
      <vt:lpstr>Inter Light</vt:lpstr>
      <vt:lpstr>Inter Medium</vt:lpstr>
      <vt:lpstr>JetBrains Mono ExtraBold</vt:lpstr>
      <vt:lpstr>JetBrains Mono Medium</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template — Own your data. Own your skills.</dc:title>
  <dc:subject>PptxGenJS Presentation</dc:subject>
  <dc:creator>Enrico van de Laar</dc:creator>
  <cp:lastModifiedBy>Enrico van de Laar</cp:lastModifiedBy>
  <cp:revision>1</cp:revision>
  <dcterms:created xsi:type="dcterms:W3CDTF">2026-07-05T17:27:00Z</dcterms:created>
  <dcterms:modified xsi:type="dcterms:W3CDTF">2026-08-20T14:01:34Z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0x01010067996610782E1E49BA4157AFD0ABCDC0</vt:lpwstr>
  </property>
  <property fmtid="{D5CDD505-2E9C-101B-9397-08002B2CF9AE}" pid="3" name="MediaServiceImageTags">
    <vt:lpwstr/>
  </property>
</Properties>
</file>