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0"/>
  </p:notesMasterIdLst>
  <p:handoutMasterIdLst>
    <p:handoutMasterId r:id="rId31"/>
  </p:handoutMasterIdLst>
  <p:sldIdLst>
    <p:sldId id="369" r:id="rId5"/>
    <p:sldId id="283" r:id="rId6"/>
    <p:sldId id="370" r:id="rId7"/>
    <p:sldId id="376" r:id="rId8"/>
    <p:sldId id="288" r:id="rId9"/>
    <p:sldId id="377" r:id="rId10"/>
    <p:sldId id="378" r:id="rId11"/>
    <p:sldId id="290" r:id="rId12"/>
    <p:sldId id="291" r:id="rId13"/>
    <p:sldId id="292" r:id="rId14"/>
    <p:sldId id="379" r:id="rId15"/>
    <p:sldId id="380" r:id="rId16"/>
    <p:sldId id="381" r:id="rId17"/>
    <p:sldId id="382" r:id="rId18"/>
    <p:sldId id="383" r:id="rId19"/>
    <p:sldId id="384" r:id="rId20"/>
    <p:sldId id="385" r:id="rId21"/>
    <p:sldId id="388" r:id="rId22"/>
    <p:sldId id="386" r:id="rId23"/>
    <p:sldId id="387" r:id="rId24"/>
    <p:sldId id="389" r:id="rId25"/>
    <p:sldId id="390" r:id="rId26"/>
    <p:sldId id="391" r:id="rId27"/>
    <p:sldId id="375" r:id="rId28"/>
    <p:sldId id="392" r:id="rId29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AEC5"/>
    <a:srgbClr val="226281"/>
    <a:srgbClr val="2644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7E920D-B85F-0C4B-A7D1-8B6E886D465E}" v="46" dt="2025-12-06T07:33:11.1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25"/>
    <p:restoredTop sz="80516"/>
  </p:normalViewPr>
  <p:slideViewPr>
    <p:cSldViewPr snapToGrid="0">
      <p:cViewPr varScale="1">
        <p:scale>
          <a:sx n="96" d="100"/>
          <a:sy n="96" d="100"/>
        </p:scale>
        <p:origin x="17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nrico van de Laar" userId="a1491e60-2902-4014-98d0-d7a2530d65dc" providerId="ADAL" clId="{65D55A24-3580-5A51-8936-C715321EB719}"/>
    <pc:docChg chg="undo custSel addSld delSld modSld sldOrd">
      <pc:chgData name="Enrico van de Laar" userId="a1491e60-2902-4014-98d0-d7a2530d65dc" providerId="ADAL" clId="{65D55A24-3580-5A51-8936-C715321EB719}" dt="2025-12-06T10:17:28.781" v="1459" actId="20577"/>
      <pc:docMkLst>
        <pc:docMk/>
      </pc:docMkLst>
      <pc:sldChg chg="add setBg">
        <pc:chgData name="Enrico van de Laar" userId="a1491e60-2902-4014-98d0-d7a2530d65dc" providerId="ADAL" clId="{65D55A24-3580-5A51-8936-C715321EB719}" dt="2025-12-04T09:49:29.325" v="1406"/>
        <pc:sldMkLst>
          <pc:docMk/>
          <pc:sldMk cId="341744978" sldId="283"/>
        </pc:sldMkLst>
      </pc:sldChg>
      <pc:sldChg chg="delSp modSp mod setBg modNotesTx">
        <pc:chgData name="Enrico van de Laar" userId="a1491e60-2902-4014-98d0-d7a2530d65dc" providerId="ADAL" clId="{65D55A24-3580-5A51-8936-C715321EB719}" dt="2025-12-06T07:32:45.064" v="1412"/>
        <pc:sldMkLst>
          <pc:docMk/>
          <pc:sldMk cId="708533200" sldId="288"/>
        </pc:sldMkLst>
        <pc:spChg chg="mod">
          <ac:chgData name="Enrico van de Laar" userId="a1491e60-2902-4014-98d0-d7a2530d65dc" providerId="ADAL" clId="{65D55A24-3580-5A51-8936-C715321EB719}" dt="2025-12-02T08:46:35.087" v="379" actId="20577"/>
          <ac:spMkLst>
            <pc:docMk/>
            <pc:sldMk cId="708533200" sldId="288"/>
            <ac:spMk id="2" creationId="{E3A72FFF-B8C7-48F5-BFF4-592EC747FB6D}"/>
          </ac:spMkLst>
        </pc:spChg>
        <pc:spChg chg="mod">
          <ac:chgData name="Enrico van de Laar" userId="a1491e60-2902-4014-98d0-d7a2530d65dc" providerId="ADAL" clId="{65D55A24-3580-5A51-8936-C715321EB719}" dt="2025-12-02T08:47:34.927" v="389" actId="113"/>
          <ac:spMkLst>
            <pc:docMk/>
            <pc:sldMk cId="708533200" sldId="288"/>
            <ac:spMk id="3" creationId="{6128535B-8EBE-4399-8D52-36C6448217D3}"/>
          </ac:spMkLst>
        </pc:spChg>
      </pc:sldChg>
      <pc:sldChg chg="delSp modSp mod setBg">
        <pc:chgData name="Enrico van de Laar" userId="a1491e60-2902-4014-98d0-d7a2530d65dc" providerId="ADAL" clId="{65D55A24-3580-5A51-8936-C715321EB719}" dt="2025-12-06T07:15:19.348" v="1409"/>
        <pc:sldMkLst>
          <pc:docMk/>
          <pc:sldMk cId="485309782" sldId="290"/>
        </pc:sldMkLst>
        <pc:spChg chg="mod">
          <ac:chgData name="Enrico van de Laar" userId="a1491e60-2902-4014-98d0-d7a2530d65dc" providerId="ADAL" clId="{65D55A24-3580-5A51-8936-C715321EB719}" dt="2025-12-02T08:49:40.435" v="440"/>
          <ac:spMkLst>
            <pc:docMk/>
            <pc:sldMk cId="485309782" sldId="290"/>
            <ac:spMk id="2" creationId="{E3A72FFF-B8C7-48F5-BFF4-592EC747FB6D}"/>
          </ac:spMkLst>
        </pc:spChg>
        <pc:picChg chg="mod">
          <ac:chgData name="Enrico van de Laar" userId="a1491e60-2902-4014-98d0-d7a2530d65dc" providerId="ADAL" clId="{65D55A24-3580-5A51-8936-C715321EB719}" dt="2025-12-02T08:49:47.440" v="446" actId="14100"/>
          <ac:picMkLst>
            <pc:docMk/>
            <pc:sldMk cId="485309782" sldId="290"/>
            <ac:picMk id="7" creationId="{C5ED89DE-3297-B23B-A19D-279381E1594D}"/>
          </ac:picMkLst>
        </pc:picChg>
      </pc:sldChg>
      <pc:sldChg chg="delSp modSp mod setBg">
        <pc:chgData name="Enrico van de Laar" userId="a1491e60-2902-4014-98d0-d7a2530d65dc" providerId="ADAL" clId="{65D55A24-3580-5A51-8936-C715321EB719}" dt="2025-12-06T07:15:23.061" v="1410"/>
        <pc:sldMkLst>
          <pc:docMk/>
          <pc:sldMk cId="4123902190" sldId="291"/>
        </pc:sldMkLst>
        <pc:spChg chg="mod">
          <ac:chgData name="Enrico van de Laar" userId="a1491e60-2902-4014-98d0-d7a2530d65dc" providerId="ADAL" clId="{65D55A24-3580-5A51-8936-C715321EB719}" dt="2025-12-02T08:50:10.787" v="447"/>
          <ac:spMkLst>
            <pc:docMk/>
            <pc:sldMk cId="4123902190" sldId="291"/>
            <ac:spMk id="2" creationId="{E3A72FFF-B8C7-48F5-BFF4-592EC747FB6D}"/>
          </ac:spMkLst>
        </pc:spChg>
      </pc:sldChg>
      <pc:sldChg chg="delSp modSp mod setBg">
        <pc:chgData name="Enrico van de Laar" userId="a1491e60-2902-4014-98d0-d7a2530d65dc" providerId="ADAL" clId="{65D55A24-3580-5A51-8936-C715321EB719}" dt="2025-12-06T07:32:56.792" v="1413"/>
        <pc:sldMkLst>
          <pc:docMk/>
          <pc:sldMk cId="2822468113" sldId="292"/>
        </pc:sldMkLst>
        <pc:spChg chg="mod">
          <ac:chgData name="Enrico van de Laar" userId="a1491e60-2902-4014-98d0-d7a2530d65dc" providerId="ADAL" clId="{65D55A24-3580-5A51-8936-C715321EB719}" dt="2025-12-02T08:50:17.309" v="449"/>
          <ac:spMkLst>
            <pc:docMk/>
            <pc:sldMk cId="2822468113" sldId="292"/>
            <ac:spMk id="2" creationId="{E3A72FFF-B8C7-48F5-BFF4-592EC747FB6D}"/>
          </ac:spMkLst>
        </pc:spChg>
      </pc:sldChg>
      <pc:sldChg chg="modSp mod">
        <pc:chgData name="Enrico van de Laar" userId="a1491e60-2902-4014-98d0-d7a2530d65dc" providerId="ADAL" clId="{65D55A24-3580-5A51-8936-C715321EB719}" dt="2025-12-02T08:43:04.718" v="65" actId="790"/>
        <pc:sldMkLst>
          <pc:docMk/>
          <pc:sldMk cId="1133600503" sldId="369"/>
        </pc:sldMkLst>
        <pc:spChg chg="mod">
          <ac:chgData name="Enrico van de Laar" userId="a1491e60-2902-4014-98d0-d7a2530d65dc" providerId="ADAL" clId="{65D55A24-3580-5A51-8936-C715321EB719}" dt="2025-12-02T08:43:04.718" v="65" actId="790"/>
          <ac:spMkLst>
            <pc:docMk/>
            <pc:sldMk cId="1133600503" sldId="369"/>
            <ac:spMk id="2" creationId="{74E66CA0-DF5B-60AC-D2AD-0244A1AF3AA9}"/>
          </ac:spMkLst>
        </pc:spChg>
      </pc:sldChg>
      <pc:sldChg chg="modSp mod setBg modNotesTx">
        <pc:chgData name="Enrico van de Laar" userId="a1491e60-2902-4014-98d0-d7a2530d65dc" providerId="ADAL" clId="{65D55A24-3580-5A51-8936-C715321EB719}" dt="2025-12-06T07:32:45.064" v="1412"/>
        <pc:sldMkLst>
          <pc:docMk/>
          <pc:sldMk cId="2874565590" sldId="370"/>
        </pc:sldMkLst>
        <pc:spChg chg="mod">
          <ac:chgData name="Enrico van de Laar" userId="a1491e60-2902-4014-98d0-d7a2530d65dc" providerId="ADAL" clId="{65D55A24-3580-5A51-8936-C715321EB719}" dt="2025-12-02T09:14:58.406" v="1358" actId="20577"/>
          <ac:spMkLst>
            <pc:docMk/>
            <pc:sldMk cId="2874565590" sldId="370"/>
            <ac:spMk id="8" creationId="{C670201E-F0EE-08DE-9CB5-C11B8632C274}"/>
          </ac:spMkLst>
        </pc:spChg>
        <pc:spChg chg="mod">
          <ac:chgData name="Enrico van de Laar" userId="a1491e60-2902-4014-98d0-d7a2530d65dc" providerId="ADAL" clId="{65D55A24-3580-5A51-8936-C715321EB719}" dt="2025-12-02T08:45:30.344" v="215" actId="790"/>
          <ac:spMkLst>
            <pc:docMk/>
            <pc:sldMk cId="2874565590" sldId="370"/>
            <ac:spMk id="9" creationId="{E65506CF-7EE6-D9AF-8F2A-138ACFEBC886}"/>
          </ac:spMkLst>
        </pc:spChg>
      </pc:sldChg>
      <pc:sldChg chg="modSp mod">
        <pc:chgData name="Enrico van de Laar" userId="a1491e60-2902-4014-98d0-d7a2530d65dc" providerId="ADAL" clId="{65D55A24-3580-5A51-8936-C715321EB719}" dt="2025-12-02T09:14:37.355" v="1337" actId="790"/>
        <pc:sldMkLst>
          <pc:docMk/>
          <pc:sldMk cId="3408194314" sldId="375"/>
        </pc:sldMkLst>
        <pc:spChg chg="mod">
          <ac:chgData name="Enrico van de Laar" userId="a1491e60-2902-4014-98d0-d7a2530d65dc" providerId="ADAL" clId="{65D55A24-3580-5A51-8936-C715321EB719}" dt="2025-12-02T09:14:37.355" v="1337" actId="790"/>
          <ac:spMkLst>
            <pc:docMk/>
            <pc:sldMk cId="3408194314" sldId="375"/>
            <ac:spMk id="4" creationId="{A57F8C87-5FC8-AC5A-662C-4F8044D70CF7}"/>
          </ac:spMkLst>
        </pc:spChg>
      </pc:sldChg>
      <pc:sldChg chg="delSp modSp add mod setBg">
        <pc:chgData name="Enrico van de Laar" userId="a1491e60-2902-4014-98d0-d7a2530d65dc" providerId="ADAL" clId="{65D55A24-3580-5A51-8936-C715321EB719}" dt="2025-12-06T07:32:45.064" v="1412"/>
        <pc:sldMkLst>
          <pc:docMk/>
          <pc:sldMk cId="1078318962" sldId="376"/>
        </pc:sldMkLst>
        <pc:spChg chg="mod">
          <ac:chgData name="Enrico van de Laar" userId="a1491e60-2902-4014-98d0-d7a2530d65dc" providerId="ADAL" clId="{65D55A24-3580-5A51-8936-C715321EB719}" dt="2025-12-02T08:46:21.428" v="354" actId="20577"/>
          <ac:spMkLst>
            <pc:docMk/>
            <pc:sldMk cId="1078318962" sldId="376"/>
            <ac:spMk id="8" creationId="{B8AAC8D4-7019-0D27-BBC7-EFD053CDB186}"/>
          </ac:spMkLst>
        </pc:spChg>
        <pc:spChg chg="mod">
          <ac:chgData name="Enrico van de Laar" userId="a1491e60-2902-4014-98d0-d7a2530d65dc" providerId="ADAL" clId="{65D55A24-3580-5A51-8936-C715321EB719}" dt="2025-12-02T08:45:47.675" v="228" actId="20577"/>
          <ac:spMkLst>
            <pc:docMk/>
            <pc:sldMk cId="1078318962" sldId="376"/>
            <ac:spMk id="9" creationId="{26275ED5-EE6E-6002-B65D-23A23B2C4A17}"/>
          </ac:spMkLst>
        </pc:spChg>
      </pc:sldChg>
      <pc:sldChg chg="modSp add mod setBg">
        <pc:chgData name="Enrico van de Laar" userId="a1491e60-2902-4014-98d0-d7a2530d65dc" providerId="ADAL" clId="{65D55A24-3580-5A51-8936-C715321EB719}" dt="2025-12-06T07:32:45.064" v="1412"/>
        <pc:sldMkLst>
          <pc:docMk/>
          <pc:sldMk cId="1914985528" sldId="377"/>
        </pc:sldMkLst>
        <pc:spChg chg="mod">
          <ac:chgData name="Enrico van de Laar" userId="a1491e60-2902-4014-98d0-d7a2530d65dc" providerId="ADAL" clId="{65D55A24-3580-5A51-8936-C715321EB719}" dt="2025-12-02T08:48:26.821" v="397" actId="113"/>
          <ac:spMkLst>
            <pc:docMk/>
            <pc:sldMk cId="1914985528" sldId="377"/>
            <ac:spMk id="3" creationId="{A74AA795-806B-359D-0A80-45BB180C2944}"/>
          </ac:spMkLst>
        </pc:spChg>
      </pc:sldChg>
      <pc:sldChg chg="modSp add mod setBg modNotesTx">
        <pc:chgData name="Enrico van de Laar" userId="a1491e60-2902-4014-98d0-d7a2530d65dc" providerId="ADAL" clId="{65D55A24-3580-5A51-8936-C715321EB719}" dt="2025-12-06T07:32:45.064" v="1412"/>
        <pc:sldMkLst>
          <pc:docMk/>
          <pc:sldMk cId="3219979725" sldId="378"/>
        </pc:sldMkLst>
        <pc:spChg chg="mod">
          <ac:chgData name="Enrico van de Laar" userId="a1491e60-2902-4014-98d0-d7a2530d65dc" providerId="ADAL" clId="{65D55A24-3580-5A51-8936-C715321EB719}" dt="2025-12-02T08:48:44.479" v="432" actId="20577"/>
          <ac:spMkLst>
            <pc:docMk/>
            <pc:sldMk cId="3219979725" sldId="378"/>
            <ac:spMk id="2" creationId="{7815DCB9-6D21-CE9B-FB95-81161BC453EA}"/>
          </ac:spMkLst>
        </pc:spChg>
        <pc:spChg chg="mod">
          <ac:chgData name="Enrico van de Laar" userId="a1491e60-2902-4014-98d0-d7a2530d65dc" providerId="ADAL" clId="{65D55A24-3580-5A51-8936-C715321EB719}" dt="2025-12-02T08:49:19.444" v="438" actId="207"/>
          <ac:spMkLst>
            <pc:docMk/>
            <pc:sldMk cId="3219979725" sldId="378"/>
            <ac:spMk id="3" creationId="{AD26FD11-7F85-47C1-00D2-68C761A5B9A8}"/>
          </ac:spMkLst>
        </pc:spChg>
      </pc:sldChg>
      <pc:sldChg chg="modSp add mod ord setBg modNotesTx">
        <pc:chgData name="Enrico van de Laar" userId="a1491e60-2902-4014-98d0-d7a2530d65dc" providerId="ADAL" clId="{65D55A24-3580-5A51-8936-C715321EB719}" dt="2025-12-06T10:17:28.781" v="1459" actId="20577"/>
        <pc:sldMkLst>
          <pc:docMk/>
          <pc:sldMk cId="519680254" sldId="379"/>
        </pc:sldMkLst>
        <pc:spChg chg="mod">
          <ac:chgData name="Enrico van de Laar" userId="a1491e60-2902-4014-98d0-d7a2530d65dc" providerId="ADAL" clId="{65D55A24-3580-5A51-8936-C715321EB719}" dt="2025-12-02T08:51:10.403" v="491" actId="790"/>
          <ac:spMkLst>
            <pc:docMk/>
            <pc:sldMk cId="519680254" sldId="379"/>
            <ac:spMk id="2" creationId="{301F14FE-1318-7AC8-B2F9-F6D22EB6B929}"/>
          </ac:spMkLst>
        </pc:spChg>
        <pc:spChg chg="mod">
          <ac:chgData name="Enrico van de Laar" userId="a1491e60-2902-4014-98d0-d7a2530d65dc" providerId="ADAL" clId="{65D55A24-3580-5A51-8936-C715321EB719}" dt="2025-12-06T10:17:28.781" v="1459" actId="20577"/>
          <ac:spMkLst>
            <pc:docMk/>
            <pc:sldMk cId="519680254" sldId="379"/>
            <ac:spMk id="3" creationId="{9587F5ED-0669-31BA-8149-85B5AA42E671}"/>
          </ac:spMkLst>
        </pc:spChg>
      </pc:sldChg>
      <pc:sldChg chg="modSp add mod setBg">
        <pc:chgData name="Enrico van de Laar" userId="a1491e60-2902-4014-98d0-d7a2530d65dc" providerId="ADAL" clId="{65D55A24-3580-5A51-8936-C715321EB719}" dt="2025-12-06T07:32:56.792" v="1413"/>
        <pc:sldMkLst>
          <pc:docMk/>
          <pc:sldMk cId="3607984584" sldId="380"/>
        </pc:sldMkLst>
        <pc:spChg chg="mod">
          <ac:chgData name="Enrico van de Laar" userId="a1491e60-2902-4014-98d0-d7a2530d65dc" providerId="ADAL" clId="{65D55A24-3580-5A51-8936-C715321EB719}" dt="2025-12-02T08:52:29.525" v="512" actId="404"/>
          <ac:spMkLst>
            <pc:docMk/>
            <pc:sldMk cId="3607984584" sldId="380"/>
            <ac:spMk id="3" creationId="{15DD6D76-26EB-B290-1AEC-C9C709962EF4}"/>
          </ac:spMkLst>
        </pc:spChg>
      </pc:sldChg>
      <pc:sldChg chg="modSp add mod setBg">
        <pc:chgData name="Enrico van de Laar" userId="a1491e60-2902-4014-98d0-d7a2530d65dc" providerId="ADAL" clId="{65D55A24-3580-5A51-8936-C715321EB719}" dt="2025-12-06T07:32:56.792" v="1413"/>
        <pc:sldMkLst>
          <pc:docMk/>
          <pc:sldMk cId="311762838" sldId="381"/>
        </pc:sldMkLst>
        <pc:spChg chg="mod">
          <ac:chgData name="Enrico van de Laar" userId="a1491e60-2902-4014-98d0-d7a2530d65dc" providerId="ADAL" clId="{65D55A24-3580-5A51-8936-C715321EB719}" dt="2025-12-02T08:53:02.632" v="516" actId="207"/>
          <ac:spMkLst>
            <pc:docMk/>
            <pc:sldMk cId="311762838" sldId="381"/>
            <ac:spMk id="3" creationId="{FDBA0A34-BF62-1A09-5B33-AC8B77DFCF50}"/>
          </ac:spMkLst>
        </pc:spChg>
      </pc:sldChg>
      <pc:sldChg chg="addSp modSp add mod setBg">
        <pc:chgData name="Enrico van de Laar" userId="a1491e60-2902-4014-98d0-d7a2530d65dc" providerId="ADAL" clId="{65D55A24-3580-5A51-8936-C715321EB719}" dt="2025-12-06T07:15:29.555" v="1411"/>
        <pc:sldMkLst>
          <pc:docMk/>
          <pc:sldMk cId="2142659587" sldId="382"/>
        </pc:sldMkLst>
        <pc:spChg chg="mod">
          <ac:chgData name="Enrico van de Laar" userId="a1491e60-2902-4014-98d0-d7a2530d65dc" providerId="ADAL" clId="{65D55A24-3580-5A51-8936-C715321EB719}" dt="2025-12-02T08:53:23.484" v="519" actId="2711"/>
          <ac:spMkLst>
            <pc:docMk/>
            <pc:sldMk cId="2142659587" sldId="382"/>
            <ac:spMk id="3" creationId="{07112DFF-E110-7C30-2BF8-78A7FD42414B}"/>
          </ac:spMkLst>
        </pc:spChg>
        <pc:picChg chg="add mod">
          <ac:chgData name="Enrico van de Laar" userId="a1491e60-2902-4014-98d0-d7a2530d65dc" providerId="ADAL" clId="{65D55A24-3580-5A51-8936-C715321EB719}" dt="2025-12-02T08:53:32.151" v="521" actId="1076"/>
          <ac:picMkLst>
            <pc:docMk/>
            <pc:sldMk cId="2142659587" sldId="382"/>
            <ac:picMk id="4" creationId="{983DB12A-3F9C-8856-F121-2244C19E256F}"/>
          </ac:picMkLst>
        </pc:picChg>
      </pc:sldChg>
      <pc:sldChg chg="modSp add mod ord setBg">
        <pc:chgData name="Enrico van de Laar" userId="a1491e60-2902-4014-98d0-d7a2530d65dc" providerId="ADAL" clId="{65D55A24-3580-5A51-8936-C715321EB719}" dt="2025-12-06T07:33:11.175" v="1414"/>
        <pc:sldMkLst>
          <pc:docMk/>
          <pc:sldMk cId="4127490925" sldId="383"/>
        </pc:sldMkLst>
        <pc:spChg chg="mod">
          <ac:chgData name="Enrico van de Laar" userId="a1491e60-2902-4014-98d0-d7a2530d65dc" providerId="ADAL" clId="{65D55A24-3580-5A51-8936-C715321EB719}" dt="2025-12-02T08:54:09.766" v="528" actId="113"/>
          <ac:spMkLst>
            <pc:docMk/>
            <pc:sldMk cId="4127490925" sldId="383"/>
            <ac:spMk id="3" creationId="{9A289EB3-4CA2-97ED-8338-CCF8BCF04F8A}"/>
          </ac:spMkLst>
        </pc:spChg>
      </pc:sldChg>
      <pc:sldChg chg="modSp add mod setBg">
        <pc:chgData name="Enrico van de Laar" userId="a1491e60-2902-4014-98d0-d7a2530d65dc" providerId="ADAL" clId="{65D55A24-3580-5A51-8936-C715321EB719}" dt="2025-12-06T07:33:11.175" v="1414"/>
        <pc:sldMkLst>
          <pc:docMk/>
          <pc:sldMk cId="1871152629" sldId="384"/>
        </pc:sldMkLst>
        <pc:spChg chg="mod">
          <ac:chgData name="Enrico van de Laar" userId="a1491e60-2902-4014-98d0-d7a2530d65dc" providerId="ADAL" clId="{65D55A24-3580-5A51-8936-C715321EB719}" dt="2025-12-02T08:54:27.101" v="551" actId="20577"/>
          <ac:spMkLst>
            <pc:docMk/>
            <pc:sldMk cId="1871152629" sldId="384"/>
            <ac:spMk id="2" creationId="{18087FDB-FC5F-2C0B-368B-9A73C52BF172}"/>
          </ac:spMkLst>
        </pc:spChg>
        <pc:spChg chg="mod">
          <ac:chgData name="Enrico van de Laar" userId="a1491e60-2902-4014-98d0-d7a2530d65dc" providerId="ADAL" clId="{65D55A24-3580-5A51-8936-C715321EB719}" dt="2025-12-02T09:04:36.098" v="799" actId="20577"/>
          <ac:spMkLst>
            <pc:docMk/>
            <pc:sldMk cId="1871152629" sldId="384"/>
            <ac:spMk id="3" creationId="{8F86F3BF-8552-D74C-307B-E1FE95809E94}"/>
          </ac:spMkLst>
        </pc:spChg>
      </pc:sldChg>
      <pc:sldChg chg="addSp modSp add mod setBg modNotesTx">
        <pc:chgData name="Enrico van de Laar" userId="a1491e60-2902-4014-98d0-d7a2530d65dc" providerId="ADAL" clId="{65D55A24-3580-5A51-8936-C715321EB719}" dt="2025-12-06T07:33:11.175" v="1414"/>
        <pc:sldMkLst>
          <pc:docMk/>
          <pc:sldMk cId="3170556015" sldId="385"/>
        </pc:sldMkLst>
        <pc:spChg chg="mod">
          <ac:chgData name="Enrico van de Laar" userId="a1491e60-2902-4014-98d0-d7a2530d65dc" providerId="ADAL" clId="{65D55A24-3580-5A51-8936-C715321EB719}" dt="2025-12-02T08:56:30.447" v="706" actId="20577"/>
          <ac:spMkLst>
            <pc:docMk/>
            <pc:sldMk cId="3170556015" sldId="385"/>
            <ac:spMk id="2" creationId="{5B3F9F81-98EA-A14B-977A-EE3DC24BD12C}"/>
          </ac:spMkLst>
        </pc:spChg>
        <pc:spChg chg="mod">
          <ac:chgData name="Enrico van de Laar" userId="a1491e60-2902-4014-98d0-d7a2530d65dc" providerId="ADAL" clId="{65D55A24-3580-5A51-8936-C715321EB719}" dt="2025-12-02T08:56:34.044" v="707" actId="1076"/>
          <ac:spMkLst>
            <pc:docMk/>
            <pc:sldMk cId="3170556015" sldId="385"/>
            <ac:spMk id="3" creationId="{013DAF43-8A8D-CCAA-F0B4-D59FE163B93F}"/>
          </ac:spMkLst>
        </pc:spChg>
        <pc:spChg chg="add mod">
          <ac:chgData name="Enrico van de Laar" userId="a1491e60-2902-4014-98d0-d7a2530d65dc" providerId="ADAL" clId="{65D55A24-3580-5A51-8936-C715321EB719}" dt="2025-12-02T08:56:52.584" v="712" actId="1076"/>
          <ac:spMkLst>
            <pc:docMk/>
            <pc:sldMk cId="3170556015" sldId="385"/>
            <ac:spMk id="7" creationId="{6B0BC548-BC61-CFC9-AC05-38638CDCEB26}"/>
          </ac:spMkLst>
        </pc:spChg>
      </pc:sldChg>
      <pc:sldChg chg="modSp add mod setBg modNotesTx">
        <pc:chgData name="Enrico van de Laar" userId="a1491e60-2902-4014-98d0-d7a2530d65dc" providerId="ADAL" clId="{65D55A24-3580-5A51-8936-C715321EB719}" dt="2025-12-06T07:33:11.175" v="1414"/>
        <pc:sldMkLst>
          <pc:docMk/>
          <pc:sldMk cId="1040455442" sldId="386"/>
        </pc:sldMkLst>
        <pc:spChg chg="mod">
          <ac:chgData name="Enrico van de Laar" userId="a1491e60-2902-4014-98d0-d7a2530d65dc" providerId="ADAL" clId="{65D55A24-3580-5A51-8936-C715321EB719}" dt="2025-12-02T08:57:31.725" v="729" actId="313"/>
          <ac:spMkLst>
            <pc:docMk/>
            <pc:sldMk cId="1040455442" sldId="386"/>
            <ac:spMk id="3" creationId="{4E800566-9FE1-C509-F674-52A5885E9C62}"/>
          </ac:spMkLst>
        </pc:spChg>
        <pc:spChg chg="mod">
          <ac:chgData name="Enrico van de Laar" userId="a1491e60-2902-4014-98d0-d7a2530d65dc" providerId="ADAL" clId="{65D55A24-3580-5A51-8936-C715321EB719}" dt="2025-12-02T08:57:04.346" v="723" actId="20577"/>
          <ac:spMkLst>
            <pc:docMk/>
            <pc:sldMk cId="1040455442" sldId="386"/>
            <ac:spMk id="7" creationId="{45B59F78-5B54-42E0-00C4-7C50AD60D923}"/>
          </ac:spMkLst>
        </pc:spChg>
      </pc:sldChg>
      <pc:sldChg chg="modSp add mod setBg">
        <pc:chgData name="Enrico van de Laar" userId="a1491e60-2902-4014-98d0-d7a2530d65dc" providerId="ADAL" clId="{65D55A24-3580-5A51-8936-C715321EB719}" dt="2025-12-06T07:33:11.175" v="1414"/>
        <pc:sldMkLst>
          <pc:docMk/>
          <pc:sldMk cId="2574070286" sldId="387"/>
        </pc:sldMkLst>
        <pc:spChg chg="mod">
          <ac:chgData name="Enrico van de Laar" userId="a1491e60-2902-4014-98d0-d7a2530d65dc" providerId="ADAL" clId="{65D55A24-3580-5A51-8936-C715321EB719}" dt="2025-12-02T08:58:10.679" v="748" actId="113"/>
          <ac:spMkLst>
            <pc:docMk/>
            <pc:sldMk cId="2574070286" sldId="387"/>
            <ac:spMk id="3" creationId="{6E8E4EF6-7E06-6FC7-B2E9-BCCC1AA6EFE1}"/>
          </ac:spMkLst>
        </pc:spChg>
        <pc:spChg chg="mod">
          <ac:chgData name="Enrico van de Laar" userId="a1491e60-2902-4014-98d0-d7a2530d65dc" providerId="ADAL" clId="{65D55A24-3580-5A51-8936-C715321EB719}" dt="2025-12-02T08:58:25.019" v="750" actId="20577"/>
          <ac:spMkLst>
            <pc:docMk/>
            <pc:sldMk cId="2574070286" sldId="387"/>
            <ac:spMk id="7" creationId="{7DC1955D-2250-CB04-8575-981B503ACBDE}"/>
          </ac:spMkLst>
        </pc:spChg>
      </pc:sldChg>
      <pc:sldChg chg="modSp add mod setBg modNotesTx">
        <pc:chgData name="Enrico van de Laar" userId="a1491e60-2902-4014-98d0-d7a2530d65dc" providerId="ADAL" clId="{65D55A24-3580-5A51-8936-C715321EB719}" dt="2025-12-06T07:33:11.175" v="1414"/>
        <pc:sldMkLst>
          <pc:docMk/>
          <pc:sldMk cId="1922999945" sldId="388"/>
        </pc:sldMkLst>
        <pc:spChg chg="mod">
          <ac:chgData name="Enrico van de Laar" userId="a1491e60-2902-4014-98d0-d7a2530d65dc" providerId="ADAL" clId="{65D55A24-3580-5A51-8936-C715321EB719}" dt="2025-12-02T09:11:50.373" v="1264" actId="20577"/>
          <ac:spMkLst>
            <pc:docMk/>
            <pc:sldMk cId="1922999945" sldId="388"/>
            <ac:spMk id="3" creationId="{25344810-5B09-52BF-6F53-1C79CF64FBEC}"/>
          </ac:spMkLst>
        </pc:spChg>
        <pc:spChg chg="mod">
          <ac:chgData name="Enrico van de Laar" userId="a1491e60-2902-4014-98d0-d7a2530d65dc" providerId="ADAL" clId="{65D55A24-3580-5A51-8936-C715321EB719}" dt="2025-12-02T09:04:18.114" v="792" actId="20577"/>
          <ac:spMkLst>
            <pc:docMk/>
            <pc:sldMk cId="1922999945" sldId="388"/>
            <ac:spMk id="7" creationId="{3FBBC9D4-496D-24B3-00E9-A452AC5F1625}"/>
          </ac:spMkLst>
        </pc:spChg>
      </pc:sldChg>
      <pc:sldChg chg="modSp add mod setBg">
        <pc:chgData name="Enrico van de Laar" userId="a1491e60-2902-4014-98d0-d7a2530d65dc" providerId="ADAL" clId="{65D55A24-3580-5A51-8936-C715321EB719}" dt="2025-12-06T07:33:11.175" v="1414"/>
        <pc:sldMkLst>
          <pc:docMk/>
          <pc:sldMk cId="1927233283" sldId="389"/>
        </pc:sldMkLst>
        <pc:spChg chg="mod">
          <ac:chgData name="Enrico van de Laar" userId="a1491e60-2902-4014-98d0-d7a2530d65dc" providerId="ADAL" clId="{65D55A24-3580-5A51-8936-C715321EB719}" dt="2025-12-02T09:12:30.810" v="1276" actId="790"/>
          <ac:spMkLst>
            <pc:docMk/>
            <pc:sldMk cId="1927233283" sldId="389"/>
            <ac:spMk id="3" creationId="{7FD4113C-9301-7392-3B1D-925BCF711405}"/>
          </ac:spMkLst>
        </pc:spChg>
        <pc:spChg chg="mod">
          <ac:chgData name="Enrico van de Laar" userId="a1491e60-2902-4014-98d0-d7a2530d65dc" providerId="ADAL" clId="{65D55A24-3580-5A51-8936-C715321EB719}" dt="2025-12-02T09:12:07.926" v="1271" actId="20577"/>
          <ac:spMkLst>
            <pc:docMk/>
            <pc:sldMk cId="1927233283" sldId="389"/>
            <ac:spMk id="7" creationId="{C1AD1B90-008A-7CFD-9D48-FD9E9381F14A}"/>
          </ac:spMkLst>
        </pc:spChg>
      </pc:sldChg>
      <pc:sldChg chg="addSp modSp add mod setBg modNotesTx">
        <pc:chgData name="Enrico van de Laar" userId="a1491e60-2902-4014-98d0-d7a2530d65dc" providerId="ADAL" clId="{65D55A24-3580-5A51-8936-C715321EB719}" dt="2025-12-06T07:33:11.175" v="1414"/>
        <pc:sldMkLst>
          <pc:docMk/>
          <pc:sldMk cId="3255652014" sldId="390"/>
        </pc:sldMkLst>
        <pc:spChg chg="mod">
          <ac:chgData name="Enrico van de Laar" userId="a1491e60-2902-4014-98d0-d7a2530d65dc" providerId="ADAL" clId="{65D55A24-3580-5A51-8936-C715321EB719}" dt="2025-12-02T09:13:09.594" v="1299" actId="113"/>
          <ac:spMkLst>
            <pc:docMk/>
            <pc:sldMk cId="3255652014" sldId="390"/>
            <ac:spMk id="3" creationId="{2280C718-78CC-5B36-DF2E-11155D6D9335}"/>
          </ac:spMkLst>
        </pc:spChg>
        <pc:spChg chg="mod">
          <ac:chgData name="Enrico van de Laar" userId="a1491e60-2902-4014-98d0-d7a2530d65dc" providerId="ADAL" clId="{65D55A24-3580-5A51-8936-C715321EB719}" dt="2025-12-02T09:13:36.642" v="1312" actId="20577"/>
          <ac:spMkLst>
            <pc:docMk/>
            <pc:sldMk cId="3255652014" sldId="390"/>
            <ac:spMk id="7" creationId="{5A72F0C7-E53D-219B-F186-E2A330DA6101}"/>
          </ac:spMkLst>
        </pc:spChg>
        <pc:picChg chg="add mod">
          <ac:chgData name="Enrico van de Laar" userId="a1491e60-2902-4014-98d0-d7a2530d65dc" providerId="ADAL" clId="{65D55A24-3580-5A51-8936-C715321EB719}" dt="2025-12-02T09:13:41.187" v="1316" actId="1035"/>
          <ac:picMkLst>
            <pc:docMk/>
            <pc:sldMk cId="3255652014" sldId="390"/>
            <ac:picMk id="4" creationId="{B66E90A4-D93F-94D5-CE5B-556CEDE3A0DD}"/>
          </ac:picMkLst>
        </pc:picChg>
        <pc:picChg chg="add mod">
          <ac:chgData name="Enrico van de Laar" userId="a1491e60-2902-4014-98d0-d7a2530d65dc" providerId="ADAL" clId="{65D55A24-3580-5A51-8936-C715321EB719}" dt="2025-12-02T09:13:41.187" v="1316" actId="1035"/>
          <ac:picMkLst>
            <pc:docMk/>
            <pc:sldMk cId="3255652014" sldId="390"/>
            <ac:picMk id="8" creationId="{DCB7A388-9435-9170-6C46-2D4C23EABC96}"/>
          </ac:picMkLst>
        </pc:picChg>
      </pc:sldChg>
      <pc:sldChg chg="modSp add mod setBg">
        <pc:chgData name="Enrico van de Laar" userId="a1491e60-2902-4014-98d0-d7a2530d65dc" providerId="ADAL" clId="{65D55A24-3580-5A51-8936-C715321EB719}" dt="2025-12-06T07:33:11.175" v="1414"/>
        <pc:sldMkLst>
          <pc:docMk/>
          <pc:sldMk cId="3854053355" sldId="391"/>
        </pc:sldMkLst>
        <pc:spChg chg="mod">
          <ac:chgData name="Enrico van de Laar" userId="a1491e60-2902-4014-98d0-d7a2530d65dc" providerId="ADAL" clId="{65D55A24-3580-5A51-8936-C715321EB719}" dt="2025-12-02T09:14:13.407" v="1321" actId="113"/>
          <ac:spMkLst>
            <pc:docMk/>
            <pc:sldMk cId="3854053355" sldId="391"/>
            <ac:spMk id="3" creationId="{8688F783-1DC8-1C08-B030-34E83603FC0F}"/>
          </ac:spMkLst>
        </pc:spChg>
      </pc:sldChg>
      <pc:sldChg chg="add setBg">
        <pc:chgData name="Enrico van de Laar" userId="a1491e60-2902-4014-98d0-d7a2530d65dc" providerId="ADAL" clId="{65D55A24-3580-5A51-8936-C715321EB719}" dt="2025-12-04T09:49:40.666" v="1408"/>
        <pc:sldMkLst>
          <pc:docMk/>
          <pc:sldMk cId="2809988305" sldId="39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3FE3AAE-CA48-4BD8-84A0-9C8B24C633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E43C19-3A3D-4160-81D1-3D0989ED016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5AAA8E-8BAC-49DA-AB38-AD1AED4A8A0D}" type="datetimeFigureOut">
              <a:rPr lang="nl-NL" smtClean="0"/>
              <a:t>06-12-2025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7615B4-2F3A-4FF9-BA37-C419508ED18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F8BC6A-8017-4A8E-9A50-E57A7A024FE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5D74D-68A3-49CB-ABA2-D60FFD87228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958782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6D1D6B-3128-A444-997E-17B16AAC4A82}" type="datetimeFigureOut">
              <a:rPr lang="en-NL" smtClean="0"/>
              <a:t>06/12/2025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10971C-C7E3-1F4F-84C3-5030FC62A63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31189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D54A8F-86AC-CE4D-9FD5-B030E263A61B}" type="slidenum">
              <a:rPr lang="en-NL" smtClean="0"/>
              <a:t>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713719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C982A-380D-5ABC-6963-E642C16E5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9931DB-7C2E-D62C-C026-C616F7B9D3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A69B07-46E5-3C8A-BCD7-0C55FF3258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L" b="1" dirty="0"/>
              <a:t>Even wrote a book about Wait Statistics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5077C-FEB0-E0D8-F3F8-2A61B33AF4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D54A8F-86AC-CE4D-9FD5-B030E263A61B}" type="slidenum">
              <a:rPr lang="en-NL" smtClean="0"/>
              <a:t>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855806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30C45-FAE2-F556-F1BC-D443FBFDF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367423-9286-BF7B-516B-7EC2F30598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A34FB9-B0AA-C5C4-F19A-97A703F92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L" b="1" dirty="0"/>
              <a:t>Even wrote a book about Wait Statistics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4BD560-C9A1-B998-A4A7-EB5B351843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D54A8F-86AC-CE4D-9FD5-B030E263A61B}" type="slidenum">
              <a:rPr lang="en-NL" smtClean="0"/>
              <a:t>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489699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0971C-C7E3-1F4F-84C3-5030FC62A639}" type="slidenum">
              <a:rPr lang="en-NL" smtClean="0"/>
              <a:t>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42402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C0045-4B97-44ED-0BDB-545F5E690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5922B7-4CEE-AF87-221B-24FCCD7C05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D1517F-5322-1B8E-DD60-FAA5DA36D0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90CC5F-DE96-7668-413F-C67A297E5F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0971C-C7E3-1F4F-84C3-5030FC62A639}" type="slidenum">
              <a:rPr lang="en-NL" smtClean="0"/>
              <a:t>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764845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C5616-76AE-0F72-56CD-5F2369231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E01447-EFBF-02FA-825C-56E53DD856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F58198-D0DF-888E-11F9-03D7CC162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L" b="1" dirty="0"/>
              <a:t>Demo schedulers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C365D5-9C3B-06E0-9771-D9B0FA931A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0971C-C7E3-1F4F-84C3-5030FC62A639}" type="slidenum">
              <a:rPr lang="en-NL" smtClean="0"/>
              <a:t>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486144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L" dirty="0"/>
              <a:t>Threads of een scheduler gaan door verschillende statussen heen, van Runnable naar Running en naar Suspended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0971C-C7E3-1F4F-84C3-5030FC62A639}" type="slidenum">
              <a:rPr lang="en-NL" smtClean="0"/>
              <a:t>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96448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L" dirty="0"/>
              <a:t>Afhankelijk in welke status de thread aan het wachten is ontstaat er verschillende wait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0971C-C7E3-1F4F-84C3-5030FC62A639}" type="slidenum">
              <a:rPr lang="en-NL" smtClean="0"/>
              <a:t>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135664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L" dirty="0"/>
              <a:t>Totale query uitvoer tijd is dus op deze manier opgebouwd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0971C-C7E3-1F4F-84C3-5030FC62A639}" type="slidenum">
              <a:rPr lang="en-NL" smtClean="0"/>
              <a:t>10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449155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C0B05-9060-5135-73C2-C628182FC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4FC4A-AD32-3FD4-9AFE-C45A61F9DD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D5635F-DB8E-CAA8-5B08-D4EDAE8C3F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NL" dirty="0"/>
              <a:t>Not always very accurate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NL" b="1" dirty="0"/>
              <a:t>Demo DMV’s etc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33626C-136B-243A-A054-782D0D69FC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0971C-C7E3-1F4F-84C3-5030FC62A639}" type="slidenum">
              <a:rPr lang="en-NL" smtClean="0"/>
              <a:t>11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108603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60DBF-6F8C-DC25-9CF6-7FE3CB6D6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5B983C-BD32-2852-865E-051FD2C1D1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54A0B4-5A10-0EDD-844D-B430BB8DBB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178FB0-DBFF-59C7-66A5-27C8EB1122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0971C-C7E3-1F4F-84C3-5030FC62A639}" type="slidenum">
              <a:rPr lang="en-NL" smtClean="0"/>
              <a:t>12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770797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52932-8484-F701-6CAB-454B09A2C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8F05CE-9ADF-A3FF-7511-4FA7DC4A94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61BABD-A2E7-6FA5-F69B-3A4DB8A188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82293A-0704-35E7-1AA3-FFF6D28D13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0971C-C7E3-1F4F-84C3-5030FC62A639}" type="slidenum">
              <a:rPr lang="en-NL" smtClean="0"/>
              <a:t>13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451569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DC2A6-FEDA-1954-3820-9FB58C928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965653-8D4E-AEF6-510C-1C7692D2F6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6CDEFD-C09E-A155-EAFC-F048C2B297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467408-F1E6-18ED-7D14-BB0DF9201D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0971C-C7E3-1F4F-84C3-5030FC62A639}" type="slidenum">
              <a:rPr lang="en-NL" smtClean="0"/>
              <a:t>14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428960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8481D-FC6B-3943-69A0-8CF31821F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FDF105-A382-B757-28AE-1F8B3287F2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56759B-FD1F-A6EE-3369-3AC8D6BC93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8D293-EF38-C31C-6BA3-D7E663025F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0971C-C7E3-1F4F-84C3-5030FC62A639}" type="slidenum">
              <a:rPr lang="en-NL" smtClean="0"/>
              <a:t>15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289598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72DEF-4218-BBCC-BC00-713750BD0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BEB39D-9D84-9646-BA01-63CD13EC3A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B086CC-FC5E-F365-AA93-27DD4EC346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B4627A-B382-9568-0495-B30BBA7780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0971C-C7E3-1F4F-84C3-5030FC62A639}" type="slidenum">
              <a:rPr lang="en-NL" smtClean="0"/>
              <a:t>16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549929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97150-CACA-E94D-1757-BC4B70564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A6E048-44FD-6DC1-55FD-7208601D43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BD3A82-912D-BA38-D210-C3E6548AFF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L" dirty="0"/>
              <a:t>Changed in SQL Server 2016 SP2, 2017 CU3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NL" b="1" dirty="0"/>
              <a:t>Demo</a:t>
            </a:r>
          </a:p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6F8329-E5A1-22CA-7A4C-14EF3BB2C9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0971C-C7E3-1F4F-84C3-5030FC62A639}" type="slidenum">
              <a:rPr lang="en-NL" smtClean="0"/>
              <a:t>17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22348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87900-56F8-74C6-1018-F8215B5AB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B71BA3-32EE-1262-D7BE-244FB49A14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0E7D63-0BF5-ADD1-BB12-34D592B719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NL" b="1" dirty="0"/>
              <a:t>Demo</a:t>
            </a:r>
          </a:p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4D349-B10B-5688-C4D3-E6DDB88E1E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0971C-C7E3-1F4F-84C3-5030FC62A639}" type="slidenum">
              <a:rPr lang="en-NL" smtClean="0"/>
              <a:t>18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689512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F908D-9967-99B2-3C23-E89C46D97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838DDE-4F7E-303E-0540-C8C794CF24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FB840A-09D9-499C-662C-07A339BA7D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NL" b="1" dirty="0"/>
              <a:t>Demo</a:t>
            </a:r>
          </a:p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6095C-C7AC-F629-30AB-ED76A9C9F1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0971C-C7E3-1F4F-84C3-5030FC62A639}" type="slidenum">
              <a:rPr lang="en-NL" smtClean="0"/>
              <a:t>19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946488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5B404-2112-8D6B-B780-997E07E57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38DA58-BFC8-D276-5087-E5DA347D9A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225E77-8E38-DBF8-CC8D-B97421682E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NL" b="1" dirty="0"/>
              <a:t>Demo</a:t>
            </a:r>
          </a:p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D46BA-D871-416D-74C8-52C0740D04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0971C-C7E3-1F4F-84C3-5030FC62A639}" type="slidenum">
              <a:rPr lang="en-NL" smtClean="0"/>
              <a:t>20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573076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FE49D-5D53-5A9E-A17C-974388368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F81DE-5E9E-60A3-23CD-29086F48D9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469A22-3BD8-AC7E-50B2-AA4C49CD57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NL" b="1" dirty="0"/>
              <a:t>Demo</a:t>
            </a:r>
          </a:p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C399E-EB06-6972-6EF1-D07C2BD88E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0971C-C7E3-1F4F-84C3-5030FC62A639}" type="slidenum">
              <a:rPr lang="en-NL" smtClean="0"/>
              <a:t>21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437006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2B57B-BD71-7F1B-362F-0AB9852C3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9E53FF-9D0D-FFFE-6BF6-1E3BBC10B1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C4D5A2-47B1-08E9-C966-32A80BC5EA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NL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29F50F-76DC-F3E7-833C-3E329C3585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0971C-C7E3-1F4F-84C3-5030FC62A639}" type="slidenum">
              <a:rPr lang="en-NL" smtClean="0"/>
              <a:t>22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845730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B0B26-6880-999C-6CA2-03E3058F2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89C110-BE52-C1AA-62B2-E8D9553C10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CB62D9-01AB-116C-75F1-54D7C2E9C6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NL" b="1" dirty="0"/>
              <a:t>Demo</a:t>
            </a:r>
          </a:p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7B5ED1-ABF8-DC6F-A99E-777E907DF6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0971C-C7E3-1F4F-84C3-5030FC62A639}" type="slidenum">
              <a:rPr lang="en-NL" smtClean="0"/>
              <a:t>23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90419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E20A0-5723-40F8-9D6C-CDF7C5BEE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8657"/>
          </a:xfrm>
          <a:prstGeom prst="rect">
            <a:avLst/>
          </a:prstGeom>
        </p:spPr>
        <p:txBody>
          <a:bodyPr/>
          <a:lstStyle>
            <a:lvl1pPr>
              <a:defRPr b="1" i="0">
                <a:latin typeface="Montserrat" pitchFamily="2" charset="77"/>
                <a:ea typeface="Microsoft JhengHei Light" panose="020B0304030504040204" pitchFamily="34" charset="-120"/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6C51D-277B-4AEF-8C27-3B3F9A660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1477"/>
            <a:ext cx="10515600" cy="4480560"/>
          </a:xfrm>
        </p:spPr>
        <p:txBody>
          <a:bodyPr/>
          <a:lstStyle>
            <a:lvl1pPr>
              <a:defRPr b="0" i="0">
                <a:latin typeface="Montserrat" pitchFamily="2" charset="77"/>
                <a:ea typeface="Microsoft JhengHei Light" panose="020B0304030504040204" pitchFamily="34" charset="-120"/>
              </a:defRPr>
            </a:lvl1pPr>
            <a:lvl2pPr>
              <a:defRPr b="0" i="0">
                <a:latin typeface="Montserrat" pitchFamily="2" charset="77"/>
                <a:ea typeface="Microsoft JhengHei Light" panose="020B0304030504040204" pitchFamily="34" charset="-120"/>
              </a:defRPr>
            </a:lvl2pPr>
            <a:lvl3pPr>
              <a:defRPr b="0" i="0">
                <a:latin typeface="Montserrat" pitchFamily="2" charset="77"/>
                <a:ea typeface="Microsoft JhengHei Light" panose="020B0304030504040204" pitchFamily="34" charset="-120"/>
              </a:defRPr>
            </a:lvl3pPr>
            <a:lvl4pPr>
              <a:defRPr b="0" i="0">
                <a:latin typeface="Montserrat" pitchFamily="2" charset="77"/>
                <a:ea typeface="Microsoft JhengHei Light" panose="020B0304030504040204" pitchFamily="34" charset="-120"/>
              </a:defRPr>
            </a:lvl4pPr>
            <a:lvl5pPr>
              <a:defRPr b="0" i="0">
                <a:latin typeface="Montserrat" pitchFamily="2" charset="77"/>
                <a:ea typeface="Microsoft JhengHei Light" panose="020B0304030504040204" pitchFamily="34" charset="-12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69995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27381-F23D-4E25-A2AB-8FCFFEA4FA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10483"/>
            <a:ext cx="5181600" cy="4351338"/>
          </a:xfrm>
        </p:spPr>
        <p:txBody>
          <a:bodyPr/>
          <a:lstStyle>
            <a:lvl1pPr>
              <a:defRPr b="0" i="0">
                <a:latin typeface="Montserrat" pitchFamily="2" charset="77"/>
                <a:ea typeface="Microsoft JhengHei Light" panose="020B0304030504040204" pitchFamily="34" charset="-120"/>
              </a:defRPr>
            </a:lvl1pPr>
            <a:lvl2pPr>
              <a:defRPr b="0" i="0">
                <a:latin typeface="Montserrat" pitchFamily="2" charset="77"/>
                <a:ea typeface="Microsoft JhengHei Light" panose="020B0304030504040204" pitchFamily="34" charset="-120"/>
              </a:defRPr>
            </a:lvl2pPr>
            <a:lvl3pPr>
              <a:defRPr b="0" i="0">
                <a:latin typeface="Montserrat" pitchFamily="2" charset="77"/>
                <a:ea typeface="Microsoft JhengHei Light" panose="020B0304030504040204" pitchFamily="34" charset="-120"/>
              </a:defRPr>
            </a:lvl3pPr>
            <a:lvl4pPr>
              <a:defRPr b="0" i="0">
                <a:latin typeface="Montserrat" pitchFamily="2" charset="77"/>
                <a:ea typeface="Microsoft JhengHei Light" panose="020B0304030504040204" pitchFamily="34" charset="-120"/>
              </a:defRPr>
            </a:lvl4pPr>
            <a:lvl5pPr>
              <a:defRPr b="0" i="0">
                <a:latin typeface="Montserrat" pitchFamily="2" charset="77"/>
                <a:ea typeface="Microsoft JhengHei Light" panose="020B0304030504040204" pitchFamily="34" charset="-12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81346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04348-FE1A-0AB3-EE96-4BC1442269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BF13C9-54A2-4344-DCE3-DCC0F49912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C4A7F-B580-6A65-1004-5794C76DC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1080A-D4B3-914A-86FD-7CFAF3638B74}" type="datetimeFigureOut">
              <a:rPr lang="en-NL" smtClean="0"/>
              <a:t>06/12/2025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A0A79-6FC8-BB7B-B513-5BAF2EAE7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6B2209-0B34-E635-440B-D695F3DD8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F8CA3-2CED-2D41-A456-81F6DBC078B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29311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26281"/>
            </a:gs>
            <a:gs pos="100000">
              <a:srgbClr val="27AEC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726D0F-0340-42C7-8F87-594F170726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743296"/>
            <a:ext cx="10515600" cy="11835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73644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Montserrat" pitchFamily="2" charset="77"/>
          <a:ea typeface="Microsoft JhengHei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Montserrat" pitchFamily="2" charset="77"/>
          <a:ea typeface="Microsoft JhengHei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Montserrat" pitchFamily="2" charset="77"/>
          <a:ea typeface="Microsoft JhengHei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Montserrat" pitchFamily="2" charset="77"/>
          <a:ea typeface="Microsoft JhengHei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Montserrat" pitchFamily="2" charset="77"/>
          <a:ea typeface="Microsoft JhengHei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27AEC5"/>
            </a:gs>
            <a:gs pos="0">
              <a:srgbClr val="226281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373F856A-2280-FCF0-10D0-5CF24E9B3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667" y="6514724"/>
            <a:ext cx="1958797" cy="267412"/>
          </a:xfrm>
          <a:prstGeom prst="rect">
            <a:avLst/>
          </a:prstGeom>
        </p:spPr>
      </p:pic>
      <p:pic>
        <p:nvPicPr>
          <p:cNvPr id="7" name="Picture 6" descr="A silhouette of a person with a cape on his head&#10;&#10;Description automatically generated">
            <a:extLst>
              <a:ext uri="{FF2B5EF4-FFF2-40B4-BE49-F238E27FC236}">
                <a16:creationId xmlns:a16="http://schemas.microsoft.com/office/drawing/2014/main" id="{6F9C6A38-8C41-30F6-B6B7-65A8164C5E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0743" y="6514724"/>
            <a:ext cx="267412" cy="2674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4E66CA0-DF5B-60AC-D2AD-0244A1AF3AA9}"/>
              </a:ext>
            </a:extLst>
          </p:cNvPr>
          <p:cNvSpPr txBox="1"/>
          <p:nvPr/>
        </p:nvSpPr>
        <p:spPr>
          <a:xfrm>
            <a:off x="2116390" y="2705725"/>
            <a:ext cx="79592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noProof="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SQL Server Detective:</a:t>
            </a:r>
            <a:br>
              <a:rPr lang="en-GB" sz="4400" noProof="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</a:br>
            <a:r>
              <a:rPr lang="en-GB" sz="4400" noProof="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Investigating Wait Statistics</a:t>
            </a:r>
          </a:p>
        </p:txBody>
      </p:sp>
    </p:spTree>
    <p:extLst>
      <p:ext uri="{BB962C8B-B14F-4D97-AF65-F5344CB8AC3E}">
        <p14:creationId xmlns:p14="http://schemas.microsoft.com/office/powerpoint/2010/main" val="1133600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7009" y="3071743"/>
            <a:ext cx="5904991" cy="196601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396" y="3429000"/>
            <a:ext cx="3619437" cy="1101023"/>
          </a:xfrm>
          <a:prstGeom prst="rect">
            <a:avLst/>
          </a:prstGeom>
        </p:spPr>
      </p:pic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Thank you to our AWESOME sponsors!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EAAEB7-2E6A-5B03-9A7F-978998EEBD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115" y="2188190"/>
            <a:ext cx="6421770" cy="8835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E3D9A11-B762-4CB1-F88F-F5B577B3DE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497" y="5213755"/>
            <a:ext cx="2995006" cy="1054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44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DF8FC9-5950-DE51-26BA-D2DB0F666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670201E-F0EE-08DE-9CB5-C11B8632C274}"/>
              </a:ext>
            </a:extLst>
          </p:cNvPr>
          <p:cNvSpPr txBox="1"/>
          <p:nvPr/>
        </p:nvSpPr>
        <p:spPr>
          <a:xfrm>
            <a:off x="2554014" y="1510929"/>
            <a:ext cx="9140698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itchFamily="2" charset="77"/>
                <a:cs typeface="Poppins" pitchFamily="2" charset="77"/>
              </a:rPr>
              <a:t>Enrico van de Laar</a:t>
            </a:r>
          </a:p>
          <a:p>
            <a:endParaRPr lang="en-GB" sz="2400" noProof="0" dirty="0">
              <a:solidFill>
                <a:schemeClr val="tx1">
                  <a:lumMod val="85000"/>
                  <a:lumOff val="1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GB" sz="20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itchFamily="2" charset="77"/>
                <a:cs typeface="Poppins" pitchFamily="2" charset="77"/>
              </a:rPr>
              <a:t>Working with data in all shapes and sizes for 25+ years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GB" sz="20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itchFamily="2" charset="77"/>
                <a:cs typeface="Poppins" pitchFamily="2" charset="77"/>
              </a:rPr>
              <a:t>Microsoft MVP alumni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GB" sz="20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itchFamily="2" charset="77"/>
                <a:cs typeface="Poppins" pitchFamily="2" charset="77"/>
              </a:rPr>
              <a:t>Author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GB" sz="20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itchFamily="2" charset="77"/>
                <a:cs typeface="Poppins" pitchFamily="2" charset="77"/>
              </a:rPr>
              <a:t>Speaker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GB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itchFamily="2" charset="77"/>
                <a:cs typeface="Poppins" pitchFamily="2" charset="77"/>
              </a:rPr>
              <a:t>Crazy Data Scientist</a:t>
            </a:r>
            <a:endParaRPr lang="en-GB" sz="2000" noProof="0" dirty="0">
              <a:solidFill>
                <a:schemeClr val="tx1">
                  <a:lumMod val="85000"/>
                  <a:lumOff val="1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5506CF-7EE6-D9AF-8F2A-138ACFEBC886}"/>
              </a:ext>
            </a:extLst>
          </p:cNvPr>
          <p:cNvSpPr txBox="1"/>
          <p:nvPr/>
        </p:nvSpPr>
        <p:spPr>
          <a:xfrm>
            <a:off x="350144" y="236367"/>
            <a:ext cx="10147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SemiBold" pitchFamily="2" charset="77"/>
                <a:cs typeface="Poppins SemiBold" pitchFamily="2" charset="77"/>
              </a:rPr>
              <a:t>INTRODUCTION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72BC01E-F14D-DF85-A8B1-FF3DC46DBC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288" y="1510929"/>
            <a:ext cx="1382697" cy="1918071"/>
          </a:xfrm>
          <a:prstGeom prst="rect">
            <a:avLst/>
          </a:prstGeom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D6877C60-BD8A-E11E-385D-98C12B4DD9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4014" y="5390280"/>
            <a:ext cx="316186" cy="316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8213C0E-E960-E1DC-0794-A26DB8E131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4014" y="5840202"/>
            <a:ext cx="316186" cy="31618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A2170BB-5577-11FC-C703-86917569184A}"/>
              </a:ext>
            </a:extLst>
          </p:cNvPr>
          <p:cNvSpPr txBox="1"/>
          <p:nvPr/>
        </p:nvSpPr>
        <p:spPr>
          <a:xfrm>
            <a:off x="2997843" y="5364879"/>
            <a:ext cx="7090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https://</a:t>
            </a:r>
            <a:r>
              <a:rPr lang="en-GB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www.linkedin.com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/in/</a:t>
            </a:r>
            <a:r>
              <a:rPr lang="en-GB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enricovdlaar</a:t>
            </a:r>
            <a:endParaRPr lang="nl-NL" dirty="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480A94-BD6D-0FBD-7C55-105C3801F5C8}"/>
              </a:ext>
            </a:extLst>
          </p:cNvPr>
          <p:cNvSpPr txBox="1"/>
          <p:nvPr/>
        </p:nvSpPr>
        <p:spPr>
          <a:xfrm>
            <a:off x="2997843" y="5826991"/>
            <a:ext cx="7090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enrico@dataheroes.nl</a:t>
            </a:r>
            <a:endParaRPr lang="nl-NL" dirty="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056B75-D58E-8CDD-528E-97733D36C5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1667" y="6514724"/>
            <a:ext cx="1958798" cy="232114"/>
          </a:xfrm>
          <a:prstGeom prst="rect">
            <a:avLst/>
          </a:prstGeom>
        </p:spPr>
      </p:pic>
      <p:pic>
        <p:nvPicPr>
          <p:cNvPr id="5" name="Picture 4" descr="A cartoon of a person wearing a blue garment and cape&#10;&#10;Description automatically generated">
            <a:extLst>
              <a:ext uri="{FF2B5EF4-FFF2-40B4-BE49-F238E27FC236}">
                <a16:creationId xmlns:a16="http://schemas.microsoft.com/office/drawing/2014/main" id="{BB01F62D-0012-1105-2C0B-F7B4C4DF8E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20743" y="6514724"/>
            <a:ext cx="267412" cy="26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565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8AB285-DDB7-74AB-5A0D-87986DC0B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8AAC8D4-7019-0D27-BBC7-EFD053CDB186}"/>
              </a:ext>
            </a:extLst>
          </p:cNvPr>
          <p:cNvSpPr txBox="1"/>
          <p:nvPr/>
        </p:nvSpPr>
        <p:spPr>
          <a:xfrm>
            <a:off x="350144" y="1305342"/>
            <a:ext cx="914069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en-GB" sz="28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itchFamily="2" charset="77"/>
                <a:cs typeface="Poppins" pitchFamily="2" charset="77"/>
              </a:rPr>
              <a:t>Wait are wait statistics?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GB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itchFamily="2" charset="77"/>
                <a:cs typeface="Poppins" pitchFamily="2" charset="77"/>
              </a:rPr>
              <a:t>How wait statistics are generated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GB" sz="28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itchFamily="2" charset="77"/>
                <a:cs typeface="Poppins" pitchFamily="2" charset="77"/>
              </a:rPr>
              <a:t>Querying &amp; analysing wait statistics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GB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itchFamily="2" charset="77"/>
                <a:cs typeface="Poppins" pitchFamily="2" charset="77"/>
              </a:rPr>
              <a:t>Common wait types</a:t>
            </a:r>
            <a:endParaRPr lang="en-GB" sz="2800" noProof="0" dirty="0">
              <a:solidFill>
                <a:schemeClr val="tx1">
                  <a:lumMod val="85000"/>
                  <a:lumOff val="1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275ED5-EE6E-6002-B65D-23A23B2C4A17}"/>
              </a:ext>
            </a:extLst>
          </p:cNvPr>
          <p:cNvSpPr txBox="1"/>
          <p:nvPr/>
        </p:nvSpPr>
        <p:spPr>
          <a:xfrm>
            <a:off x="350144" y="236367"/>
            <a:ext cx="10147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SemiBold" pitchFamily="2" charset="77"/>
                <a:cs typeface="Poppins SemiBold" pitchFamily="2" charset="77"/>
              </a:rPr>
              <a:t>AGENDA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118A3B-9F70-99A7-E517-0864662F6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667" y="6514724"/>
            <a:ext cx="1958798" cy="232114"/>
          </a:xfrm>
          <a:prstGeom prst="rect">
            <a:avLst/>
          </a:prstGeom>
        </p:spPr>
      </p:pic>
      <p:pic>
        <p:nvPicPr>
          <p:cNvPr id="5" name="Picture 4" descr="A cartoon of a person wearing a blue garment and cape&#10;&#10;Description automatically generated">
            <a:extLst>
              <a:ext uri="{FF2B5EF4-FFF2-40B4-BE49-F238E27FC236}">
                <a16:creationId xmlns:a16="http://schemas.microsoft.com/office/drawing/2014/main" id="{264ADB4E-D903-CD48-402F-E72A23C4AE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0743" y="6514724"/>
            <a:ext cx="267412" cy="26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318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72FFF-B8C7-48F5-BFF4-592EC747F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wait statistics?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8535B-8EBE-4399-8D52-36C644821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0253"/>
            <a:ext cx="10515600" cy="4480560"/>
          </a:xfrm>
        </p:spPr>
        <p:txBody>
          <a:bodyPr/>
          <a:lstStyle/>
          <a:p>
            <a:r>
              <a:rPr lang="en-GB" noProof="0" dirty="0">
                <a:latin typeface="Poppins" pitchFamily="2" charset="77"/>
                <a:cs typeface="Poppins" pitchFamily="2" charset="77"/>
              </a:rPr>
              <a:t>When SQL Server executes a request but the resources are not available to complete the request a </a:t>
            </a:r>
            <a:r>
              <a:rPr lang="en-GB" b="1" noProof="0" dirty="0">
                <a:latin typeface="Poppins" pitchFamily="2" charset="77"/>
                <a:cs typeface="Poppins" pitchFamily="2" charset="77"/>
              </a:rPr>
              <a:t>wait</a:t>
            </a:r>
            <a:r>
              <a:rPr lang="en-GB" noProof="0" dirty="0">
                <a:latin typeface="Poppins" pitchFamily="2" charset="77"/>
                <a:cs typeface="Poppins" pitchFamily="2" charset="77"/>
              </a:rPr>
              <a:t> occurs</a:t>
            </a:r>
            <a:br>
              <a:rPr lang="en-GB" noProof="0" dirty="0">
                <a:latin typeface="Poppins" pitchFamily="2" charset="77"/>
                <a:cs typeface="Poppins" pitchFamily="2" charset="77"/>
              </a:rPr>
            </a:br>
            <a:endParaRPr lang="en-GB" noProof="0" dirty="0">
              <a:latin typeface="Poppins" pitchFamily="2" charset="77"/>
              <a:cs typeface="Poppins" pitchFamily="2" charset="77"/>
            </a:endParaRPr>
          </a:p>
          <a:p>
            <a:r>
              <a:rPr lang="en-GB" noProof="0" dirty="0">
                <a:latin typeface="Poppins" pitchFamily="2" charset="77"/>
                <a:cs typeface="Poppins" pitchFamily="2" charset="77"/>
              </a:rPr>
              <a:t>SQL Server records the time it has been waiting as </a:t>
            </a:r>
            <a:br>
              <a:rPr lang="en-GB" noProof="0" dirty="0">
                <a:latin typeface="Poppins" pitchFamily="2" charset="77"/>
                <a:cs typeface="Poppins" pitchFamily="2" charset="77"/>
              </a:rPr>
            </a:br>
            <a:r>
              <a:rPr lang="en-GB" b="1" noProof="0" dirty="0">
                <a:latin typeface="Poppins" pitchFamily="2" charset="77"/>
                <a:cs typeface="Poppins" pitchFamily="2" charset="77"/>
              </a:rPr>
              <a:t>wait time</a:t>
            </a:r>
            <a:r>
              <a:rPr lang="en-GB" noProof="0" dirty="0">
                <a:latin typeface="Poppins" pitchFamily="2" charset="77"/>
                <a:cs typeface="Poppins" pitchFamily="2" charset="77"/>
              </a:rPr>
              <a:t> and what it has been waiting on as the </a:t>
            </a:r>
            <a:br>
              <a:rPr lang="en-GB" noProof="0" dirty="0">
                <a:latin typeface="Poppins" pitchFamily="2" charset="77"/>
                <a:cs typeface="Poppins" pitchFamily="2" charset="77"/>
              </a:rPr>
            </a:br>
            <a:r>
              <a:rPr lang="en-GB" b="1" noProof="0" dirty="0">
                <a:latin typeface="Poppins" pitchFamily="2" charset="77"/>
                <a:cs typeface="Poppins" pitchFamily="2" charset="77"/>
              </a:rPr>
              <a:t>wait type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EEA868-8D35-8690-375F-A994C6AAAA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667" y="6514724"/>
            <a:ext cx="1958798" cy="232114"/>
          </a:xfrm>
          <a:prstGeom prst="rect">
            <a:avLst/>
          </a:prstGeom>
        </p:spPr>
      </p:pic>
      <p:pic>
        <p:nvPicPr>
          <p:cNvPr id="6" name="Picture 5" descr="A cartoon of a person wearing a blue garment and cape&#10;&#10;Description automatically generated">
            <a:extLst>
              <a:ext uri="{FF2B5EF4-FFF2-40B4-BE49-F238E27FC236}">
                <a16:creationId xmlns:a16="http://schemas.microsoft.com/office/drawing/2014/main" id="{30CAD3D5-E350-3CC3-6C61-DBC90BEF0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0743" y="6514724"/>
            <a:ext cx="267412" cy="26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533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6CB51D-1B25-6658-833A-EC2D1CA5E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3C2E3-3BCF-9811-4C08-994F91359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wait statistics?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AA795-806B-359D-0A80-45BB180C2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0253"/>
            <a:ext cx="10515600" cy="4480560"/>
          </a:xfrm>
        </p:spPr>
        <p:txBody>
          <a:bodyPr/>
          <a:lstStyle/>
          <a:p>
            <a:r>
              <a:rPr lang="pt-BR" dirty="0">
                <a:latin typeface="Poppins" pitchFamily="2" charset="77"/>
                <a:cs typeface="Poppins" pitchFamily="2" charset="77"/>
              </a:rPr>
              <a:t>The </a:t>
            </a:r>
            <a:r>
              <a:rPr lang="pt-BR" b="1" dirty="0" err="1">
                <a:latin typeface="Poppins" pitchFamily="2" charset="77"/>
                <a:cs typeface="Poppins" pitchFamily="2" charset="77"/>
              </a:rPr>
              <a:t>wait</a:t>
            </a:r>
            <a:r>
              <a:rPr lang="pt-BR" b="1" dirty="0">
                <a:latin typeface="Poppins" pitchFamily="2" charset="77"/>
                <a:cs typeface="Poppins" pitchFamily="2" charset="77"/>
              </a:rPr>
              <a:t> time </a:t>
            </a:r>
            <a:r>
              <a:rPr lang="pt-BR" dirty="0" err="1">
                <a:latin typeface="Poppins" pitchFamily="2" charset="77"/>
                <a:cs typeface="Poppins" pitchFamily="2" charset="77"/>
              </a:rPr>
              <a:t>and</a:t>
            </a:r>
            <a:r>
              <a:rPr lang="pt-BR" dirty="0">
                <a:latin typeface="Poppins" pitchFamily="2" charset="77"/>
                <a:cs typeface="Poppins" pitchFamily="2" charset="77"/>
              </a:rPr>
              <a:t> </a:t>
            </a:r>
            <a:r>
              <a:rPr lang="pt-BR" b="1" dirty="0" err="1">
                <a:latin typeface="Poppins" pitchFamily="2" charset="77"/>
                <a:cs typeface="Poppins" pitchFamily="2" charset="77"/>
              </a:rPr>
              <a:t>wait</a:t>
            </a:r>
            <a:r>
              <a:rPr lang="pt-BR" b="1" dirty="0">
                <a:latin typeface="Poppins" pitchFamily="2" charset="77"/>
                <a:cs typeface="Poppins" pitchFamily="2" charset="77"/>
              </a:rPr>
              <a:t> </a:t>
            </a:r>
            <a:r>
              <a:rPr lang="pt-BR" b="1" dirty="0" err="1">
                <a:latin typeface="Poppins" pitchFamily="2" charset="77"/>
                <a:cs typeface="Poppins" pitchFamily="2" charset="77"/>
              </a:rPr>
              <a:t>type</a:t>
            </a:r>
            <a:r>
              <a:rPr lang="pt-BR" b="1" dirty="0">
                <a:latin typeface="Poppins" pitchFamily="2" charset="77"/>
                <a:cs typeface="Poppins" pitchFamily="2" charset="77"/>
              </a:rPr>
              <a:t> </a:t>
            </a:r>
            <a:r>
              <a:rPr lang="pt-BR" dirty="0">
                <a:latin typeface="Poppins" pitchFamily="2" charset="77"/>
                <a:cs typeface="Poppins" pitchFamily="2" charset="77"/>
              </a:rPr>
              <a:t>are </a:t>
            </a:r>
            <a:r>
              <a:rPr lang="pt-BR" dirty="0" err="1">
                <a:latin typeface="Poppins" pitchFamily="2" charset="77"/>
                <a:cs typeface="Poppins" pitchFamily="2" charset="77"/>
              </a:rPr>
              <a:t>logged</a:t>
            </a:r>
            <a:r>
              <a:rPr lang="pt-BR" dirty="0">
                <a:latin typeface="Poppins" pitchFamily="2" charset="77"/>
                <a:cs typeface="Poppins" pitchFamily="2" charset="77"/>
              </a:rPr>
              <a:t> </a:t>
            </a:r>
            <a:r>
              <a:rPr lang="pt-BR" dirty="0" err="1">
                <a:latin typeface="Poppins" pitchFamily="2" charset="77"/>
                <a:cs typeface="Poppins" pitchFamily="2" charset="77"/>
              </a:rPr>
              <a:t>at</a:t>
            </a:r>
            <a:r>
              <a:rPr lang="pt-BR" dirty="0">
                <a:latin typeface="Poppins" pitchFamily="2" charset="77"/>
                <a:cs typeface="Poppins" pitchFamily="2" charset="77"/>
              </a:rPr>
              <a:t> </a:t>
            </a:r>
            <a:r>
              <a:rPr lang="pt-BR" dirty="0" err="1">
                <a:latin typeface="Poppins" pitchFamily="2" charset="77"/>
                <a:cs typeface="Poppins" pitchFamily="2" charset="77"/>
              </a:rPr>
              <a:t>the</a:t>
            </a:r>
            <a:r>
              <a:rPr lang="pt-BR" dirty="0">
                <a:latin typeface="Poppins" pitchFamily="2" charset="77"/>
                <a:cs typeface="Poppins" pitchFamily="2" charset="77"/>
              </a:rPr>
              <a:t> </a:t>
            </a:r>
            <a:r>
              <a:rPr lang="pt-BR" dirty="0" err="1">
                <a:latin typeface="Poppins" pitchFamily="2" charset="77"/>
                <a:cs typeface="Poppins" pitchFamily="2" charset="77"/>
              </a:rPr>
              <a:t>instance</a:t>
            </a:r>
            <a:r>
              <a:rPr lang="pt-BR" dirty="0">
                <a:latin typeface="Poppins" pitchFamily="2" charset="77"/>
                <a:cs typeface="Poppins" pitchFamily="2" charset="77"/>
              </a:rPr>
              <a:t> </a:t>
            </a:r>
            <a:r>
              <a:rPr lang="pt-BR" dirty="0" err="1">
                <a:latin typeface="Poppins" pitchFamily="2" charset="77"/>
                <a:cs typeface="Poppins" pitchFamily="2" charset="77"/>
              </a:rPr>
              <a:t>level</a:t>
            </a:r>
            <a:r>
              <a:rPr lang="pt-BR" dirty="0">
                <a:latin typeface="Poppins" pitchFamily="2" charset="77"/>
                <a:cs typeface="Poppins" pitchFamily="2" charset="77"/>
              </a:rPr>
              <a:t> </a:t>
            </a:r>
            <a:r>
              <a:rPr lang="pt-BR" dirty="0" err="1">
                <a:latin typeface="Poppins" pitchFamily="2" charset="77"/>
                <a:cs typeface="Poppins" pitchFamily="2" charset="77"/>
              </a:rPr>
              <a:t>and</a:t>
            </a:r>
            <a:r>
              <a:rPr lang="pt-BR" dirty="0">
                <a:latin typeface="Poppins" pitchFamily="2" charset="77"/>
                <a:cs typeface="Poppins" pitchFamily="2" charset="77"/>
              </a:rPr>
              <a:t> are </a:t>
            </a:r>
            <a:r>
              <a:rPr lang="pt-BR" dirty="0" err="1">
                <a:latin typeface="Poppins" pitchFamily="2" charset="77"/>
                <a:cs typeface="Poppins" pitchFamily="2" charset="77"/>
              </a:rPr>
              <a:t>cumulative</a:t>
            </a:r>
            <a:r>
              <a:rPr lang="pt-BR" dirty="0">
                <a:latin typeface="Poppins" pitchFamily="2" charset="77"/>
                <a:cs typeface="Poppins" pitchFamily="2" charset="77"/>
              </a:rPr>
              <a:t> </a:t>
            </a:r>
            <a:r>
              <a:rPr lang="pt-BR" dirty="0" err="1">
                <a:latin typeface="Poppins" pitchFamily="2" charset="77"/>
                <a:cs typeface="Poppins" pitchFamily="2" charset="77"/>
              </a:rPr>
              <a:t>since</a:t>
            </a:r>
            <a:r>
              <a:rPr lang="pt-BR" dirty="0">
                <a:latin typeface="Poppins" pitchFamily="2" charset="77"/>
                <a:cs typeface="Poppins" pitchFamily="2" charset="77"/>
              </a:rPr>
              <a:t> </a:t>
            </a:r>
            <a:r>
              <a:rPr lang="pt-BR" dirty="0" err="1">
                <a:latin typeface="Poppins" pitchFamily="2" charset="77"/>
                <a:cs typeface="Poppins" pitchFamily="2" charset="77"/>
              </a:rPr>
              <a:t>last</a:t>
            </a:r>
            <a:r>
              <a:rPr lang="pt-BR" dirty="0">
                <a:latin typeface="Poppins" pitchFamily="2" charset="77"/>
                <a:cs typeface="Poppins" pitchFamily="2" charset="77"/>
              </a:rPr>
              <a:t> SQL Server start</a:t>
            </a:r>
            <a:br>
              <a:rPr lang="pt-BR" dirty="0">
                <a:latin typeface="Poppins" pitchFamily="2" charset="77"/>
                <a:cs typeface="Poppins" pitchFamily="2" charset="77"/>
              </a:rPr>
            </a:br>
            <a:endParaRPr lang="pt-BR" dirty="0">
              <a:latin typeface="Poppins" pitchFamily="2" charset="77"/>
              <a:cs typeface="Poppins" pitchFamily="2" charset="77"/>
            </a:endParaRPr>
          </a:p>
          <a:p>
            <a:r>
              <a:rPr lang="pt-BR" dirty="0">
                <a:latin typeface="Poppins" pitchFamily="2" charset="77"/>
                <a:cs typeface="Poppins" pitchFamily="2" charset="77"/>
              </a:rPr>
              <a:t>The </a:t>
            </a:r>
            <a:r>
              <a:rPr lang="pt-BR" dirty="0" err="1">
                <a:latin typeface="Poppins" pitchFamily="2" charset="77"/>
                <a:cs typeface="Poppins" pitchFamily="2" charset="77"/>
              </a:rPr>
              <a:t>wait</a:t>
            </a:r>
            <a:r>
              <a:rPr lang="pt-BR" dirty="0">
                <a:latin typeface="Poppins" pitchFamily="2" charset="77"/>
                <a:cs typeface="Poppins" pitchFamily="2" charset="77"/>
              </a:rPr>
              <a:t> </a:t>
            </a:r>
            <a:r>
              <a:rPr lang="pt-BR" dirty="0" err="1">
                <a:latin typeface="Poppins" pitchFamily="2" charset="77"/>
                <a:cs typeface="Poppins" pitchFamily="2" charset="77"/>
              </a:rPr>
              <a:t>statistics</a:t>
            </a:r>
            <a:r>
              <a:rPr lang="pt-BR" dirty="0">
                <a:latin typeface="Poppins" pitchFamily="2" charset="77"/>
                <a:cs typeface="Poppins" pitchFamily="2" charset="77"/>
              </a:rPr>
              <a:t> </a:t>
            </a:r>
            <a:r>
              <a:rPr lang="pt-BR" dirty="0" err="1">
                <a:latin typeface="Poppins" pitchFamily="2" charset="77"/>
                <a:cs typeface="Poppins" pitchFamily="2" charset="77"/>
              </a:rPr>
              <a:t>will</a:t>
            </a:r>
            <a:r>
              <a:rPr lang="pt-BR" dirty="0">
                <a:latin typeface="Poppins" pitchFamily="2" charset="77"/>
                <a:cs typeface="Poppins" pitchFamily="2" charset="77"/>
              </a:rPr>
              <a:t> show </a:t>
            </a:r>
            <a:r>
              <a:rPr lang="pt-BR" dirty="0" err="1">
                <a:latin typeface="Poppins" pitchFamily="2" charset="77"/>
                <a:cs typeface="Poppins" pitchFamily="2" charset="77"/>
              </a:rPr>
              <a:t>you</a:t>
            </a:r>
            <a:r>
              <a:rPr lang="pt-BR" dirty="0">
                <a:latin typeface="Poppins" pitchFamily="2" charset="77"/>
                <a:cs typeface="Poppins" pitchFamily="2" charset="77"/>
              </a:rPr>
              <a:t> </a:t>
            </a:r>
            <a:r>
              <a:rPr lang="pt-BR" dirty="0" err="1">
                <a:latin typeface="Poppins" pitchFamily="2" charset="77"/>
                <a:cs typeface="Poppins" pitchFamily="2" charset="77"/>
              </a:rPr>
              <a:t>what</a:t>
            </a:r>
            <a:r>
              <a:rPr lang="pt-BR" dirty="0">
                <a:latin typeface="Poppins" pitchFamily="2" charset="77"/>
                <a:cs typeface="Poppins" pitchFamily="2" charset="77"/>
              </a:rPr>
              <a:t> </a:t>
            </a:r>
            <a:r>
              <a:rPr lang="pt-BR" dirty="0" err="1">
                <a:latin typeface="Poppins" pitchFamily="2" charset="77"/>
                <a:cs typeface="Poppins" pitchFamily="2" charset="77"/>
              </a:rPr>
              <a:t>your</a:t>
            </a:r>
            <a:r>
              <a:rPr lang="pt-BR" dirty="0">
                <a:latin typeface="Poppins" pitchFamily="2" charset="77"/>
                <a:cs typeface="Poppins" pitchFamily="2" charset="77"/>
              </a:rPr>
              <a:t> SQL Server </a:t>
            </a:r>
            <a:r>
              <a:rPr lang="pt-BR" dirty="0" err="1">
                <a:latin typeface="Poppins" pitchFamily="2" charset="77"/>
                <a:cs typeface="Poppins" pitchFamily="2" charset="77"/>
              </a:rPr>
              <a:t>instance</a:t>
            </a:r>
            <a:r>
              <a:rPr lang="pt-BR" dirty="0">
                <a:latin typeface="Poppins" pitchFamily="2" charset="77"/>
                <a:cs typeface="Poppins" pitchFamily="2" charset="77"/>
              </a:rPr>
              <a:t> </a:t>
            </a:r>
            <a:r>
              <a:rPr lang="pt-BR" dirty="0" err="1">
                <a:latin typeface="Poppins" pitchFamily="2" charset="77"/>
                <a:cs typeface="Poppins" pitchFamily="2" charset="77"/>
              </a:rPr>
              <a:t>is</a:t>
            </a:r>
            <a:r>
              <a:rPr lang="pt-BR" dirty="0">
                <a:latin typeface="Poppins" pitchFamily="2" charset="77"/>
                <a:cs typeface="Poppins" pitchFamily="2" charset="77"/>
              </a:rPr>
              <a:t> </a:t>
            </a:r>
            <a:r>
              <a:rPr lang="pt-BR" dirty="0" err="1">
                <a:latin typeface="Poppins" pitchFamily="2" charset="77"/>
                <a:cs typeface="Poppins" pitchFamily="2" charset="77"/>
              </a:rPr>
              <a:t>spending</a:t>
            </a:r>
            <a:r>
              <a:rPr lang="pt-BR" dirty="0">
                <a:latin typeface="Poppins" pitchFamily="2" charset="77"/>
                <a:cs typeface="Poppins" pitchFamily="2" charset="77"/>
              </a:rPr>
              <a:t> </a:t>
            </a:r>
            <a:r>
              <a:rPr lang="pt-BR" b="1" dirty="0" err="1">
                <a:latin typeface="Poppins" pitchFamily="2" charset="77"/>
                <a:cs typeface="Poppins" pitchFamily="2" charset="77"/>
              </a:rPr>
              <a:t>most</a:t>
            </a:r>
            <a:r>
              <a:rPr lang="pt-BR" b="1" dirty="0">
                <a:latin typeface="Poppins" pitchFamily="2" charset="77"/>
                <a:cs typeface="Poppins" pitchFamily="2" charset="77"/>
              </a:rPr>
              <a:t> </a:t>
            </a:r>
            <a:r>
              <a:rPr lang="pt-BR" b="1" dirty="0" err="1">
                <a:latin typeface="Poppins" pitchFamily="2" charset="77"/>
                <a:cs typeface="Poppins" pitchFamily="2" charset="77"/>
              </a:rPr>
              <a:t>of</a:t>
            </a:r>
            <a:r>
              <a:rPr lang="pt-BR" b="1" dirty="0">
                <a:latin typeface="Poppins" pitchFamily="2" charset="77"/>
                <a:cs typeface="Poppins" pitchFamily="2" charset="77"/>
              </a:rPr>
              <a:t> </a:t>
            </a:r>
            <a:r>
              <a:rPr lang="pt-BR" b="1" dirty="0" err="1">
                <a:latin typeface="Poppins" pitchFamily="2" charset="77"/>
                <a:cs typeface="Poppins" pitchFamily="2" charset="77"/>
              </a:rPr>
              <a:t>it’s</a:t>
            </a:r>
            <a:r>
              <a:rPr lang="pt-BR" b="1" dirty="0">
                <a:latin typeface="Poppins" pitchFamily="2" charset="77"/>
                <a:cs typeface="Poppins" pitchFamily="2" charset="77"/>
              </a:rPr>
              <a:t> time </a:t>
            </a:r>
            <a:r>
              <a:rPr lang="pt-BR" b="1" dirty="0" err="1">
                <a:latin typeface="Poppins" pitchFamily="2" charset="77"/>
                <a:cs typeface="Poppins" pitchFamily="2" charset="77"/>
              </a:rPr>
              <a:t>waiting</a:t>
            </a:r>
            <a:r>
              <a:rPr lang="pt-BR" b="1" dirty="0">
                <a:latin typeface="Poppins" pitchFamily="2" charset="77"/>
                <a:cs typeface="Poppins" pitchFamily="2" charset="77"/>
              </a:rPr>
              <a:t> </a:t>
            </a:r>
            <a:r>
              <a:rPr lang="pt-BR" b="1" dirty="0" err="1">
                <a:latin typeface="Poppins" pitchFamily="2" charset="77"/>
                <a:cs typeface="Poppins" pitchFamily="2" charset="77"/>
              </a:rPr>
              <a:t>on</a:t>
            </a:r>
            <a:r>
              <a:rPr lang="pt-BR" dirty="0">
                <a:latin typeface="Poppins" pitchFamily="2" charset="77"/>
                <a:cs typeface="Poppins" pitchFamily="2" charset="77"/>
              </a:rPr>
              <a:t>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CC208A-2770-A4FC-65FE-87E5972B51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667" y="6514724"/>
            <a:ext cx="1958798" cy="232114"/>
          </a:xfrm>
          <a:prstGeom prst="rect">
            <a:avLst/>
          </a:prstGeom>
        </p:spPr>
      </p:pic>
      <p:pic>
        <p:nvPicPr>
          <p:cNvPr id="6" name="Picture 5" descr="A cartoon of a person wearing a blue garment and cape&#10;&#10;Description automatically generated">
            <a:extLst>
              <a:ext uri="{FF2B5EF4-FFF2-40B4-BE49-F238E27FC236}">
                <a16:creationId xmlns:a16="http://schemas.microsoft.com/office/drawing/2014/main" id="{F6CE975D-EF61-D38F-3FB3-E73E896EA7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0743" y="6514724"/>
            <a:ext cx="267412" cy="26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985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919042-743E-27C1-D99E-0C3F322C8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5DCB9-6D21-CE9B-FB95-81161BC45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wait statistics are generated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6FD11-7F85-47C1-00D2-68C761A5B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0253"/>
            <a:ext cx="10515600" cy="4480560"/>
          </a:xfrm>
        </p:spPr>
        <p:txBody>
          <a:bodyPr/>
          <a:lstStyle/>
          <a:p>
            <a:r>
              <a:rPr lang="en-GB" noProof="0" dirty="0">
                <a:latin typeface="Poppins" pitchFamily="2" charset="77"/>
                <a:cs typeface="Poppins" pitchFamily="2" charset="77"/>
              </a:rPr>
              <a:t>SQL Server uses </a:t>
            </a:r>
            <a:r>
              <a:rPr lang="en-GB" b="1" noProof="0" dirty="0">
                <a:latin typeface="Poppins" pitchFamily="2" charset="77"/>
                <a:cs typeface="Poppins" pitchFamily="2" charset="77"/>
              </a:rPr>
              <a:t>schedulers</a:t>
            </a:r>
            <a:r>
              <a:rPr lang="en-GB" noProof="0" dirty="0">
                <a:latin typeface="Poppins" pitchFamily="2" charset="77"/>
                <a:cs typeface="Poppins" pitchFamily="2" charset="77"/>
              </a:rPr>
              <a:t> to manage CPU time for threads</a:t>
            </a:r>
            <a:br>
              <a:rPr lang="en-GB" noProof="0" dirty="0">
                <a:latin typeface="Poppins" pitchFamily="2" charset="77"/>
                <a:cs typeface="Poppins" pitchFamily="2" charset="77"/>
              </a:rPr>
            </a:br>
            <a:endParaRPr lang="en-GB" noProof="0" dirty="0">
              <a:latin typeface="Poppins" pitchFamily="2" charset="77"/>
              <a:cs typeface="Poppins" pitchFamily="2" charset="77"/>
            </a:endParaRPr>
          </a:p>
          <a:p>
            <a:r>
              <a:rPr lang="en-GB" noProof="0" dirty="0">
                <a:latin typeface="Poppins" pitchFamily="2" charset="77"/>
                <a:cs typeface="Poppins" pitchFamily="2" charset="77"/>
              </a:rPr>
              <a:t>The </a:t>
            </a:r>
            <a:r>
              <a:rPr lang="en-GB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itchFamily="2" charset="77"/>
                <a:cs typeface="Poppins" pitchFamily="2" charset="77"/>
              </a:rPr>
              <a:t>number</a:t>
            </a:r>
            <a:r>
              <a:rPr lang="en-GB" noProof="0" dirty="0">
                <a:latin typeface="Poppins" pitchFamily="2" charset="77"/>
                <a:cs typeface="Poppins" pitchFamily="2" charset="77"/>
              </a:rPr>
              <a:t> of schedulers = number of logical processors + 1 (DAC)</a:t>
            </a:r>
            <a:br>
              <a:rPr lang="en-GB" noProof="0" dirty="0">
                <a:latin typeface="Poppins" pitchFamily="2" charset="77"/>
                <a:cs typeface="Poppins" pitchFamily="2" charset="77"/>
              </a:rPr>
            </a:br>
            <a:endParaRPr lang="en-GB" noProof="0" dirty="0">
              <a:latin typeface="Poppins" pitchFamily="2" charset="77"/>
              <a:cs typeface="Poppins" pitchFamily="2" charset="77"/>
            </a:endParaRPr>
          </a:p>
          <a:p>
            <a:r>
              <a:rPr lang="en-GB" noProof="0" dirty="0">
                <a:latin typeface="Poppins" pitchFamily="2" charset="77"/>
                <a:cs typeface="Poppins" pitchFamily="2" charset="77"/>
              </a:rPr>
              <a:t>View schedulers using </a:t>
            </a:r>
            <a:r>
              <a:rPr lang="en-GB" noProof="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Poppins" pitchFamily="2" charset="77"/>
                <a:cs typeface="Poppins" pitchFamily="2" charset="77"/>
              </a:rPr>
              <a:t>sys.dm_os_schedulers</a:t>
            </a:r>
            <a:endParaRPr lang="en-GB" noProof="0" dirty="0">
              <a:solidFill>
                <a:schemeClr val="accent5">
                  <a:lumMod val="60000"/>
                  <a:lumOff val="4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809751-7680-D7EA-5AB9-550459254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667" y="6514724"/>
            <a:ext cx="1958798" cy="232114"/>
          </a:xfrm>
          <a:prstGeom prst="rect">
            <a:avLst/>
          </a:prstGeom>
        </p:spPr>
      </p:pic>
      <p:pic>
        <p:nvPicPr>
          <p:cNvPr id="6" name="Picture 5" descr="A cartoon of a person wearing a blue garment and cape&#10;&#10;Description automatically generated">
            <a:extLst>
              <a:ext uri="{FF2B5EF4-FFF2-40B4-BE49-F238E27FC236}">
                <a16:creationId xmlns:a16="http://schemas.microsoft.com/office/drawing/2014/main" id="{18D02137-E126-7EBD-E86D-784F732FDD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0743" y="6514724"/>
            <a:ext cx="267412" cy="26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979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72FFF-B8C7-48F5-BFF4-592EC747F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wait statistics are generated</a:t>
            </a:r>
            <a:endParaRPr lang="nl-NL" dirty="0"/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C5ED89DE-3297-B23B-A19D-279381E15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5627" y="1962439"/>
            <a:ext cx="6200746" cy="39933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0D51BA6-2CAB-F934-C08B-F52DB89B5E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1667" y="6514724"/>
            <a:ext cx="1958798" cy="232114"/>
          </a:xfrm>
          <a:prstGeom prst="rect">
            <a:avLst/>
          </a:prstGeom>
        </p:spPr>
      </p:pic>
      <p:pic>
        <p:nvPicPr>
          <p:cNvPr id="5" name="Picture 4" descr="A cartoon of a person wearing a blue garment and cape&#10;&#10;Description automatically generated">
            <a:extLst>
              <a:ext uri="{FF2B5EF4-FFF2-40B4-BE49-F238E27FC236}">
                <a16:creationId xmlns:a16="http://schemas.microsoft.com/office/drawing/2014/main" id="{72DADAD1-7728-7616-DF66-52D2BAFBA5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0743" y="6514724"/>
            <a:ext cx="267412" cy="26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309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72FFF-B8C7-48F5-BFF4-592EC747F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wait statistics are generated</a:t>
            </a:r>
            <a:endParaRPr lang="nl-NL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4C68260-6AE2-320D-C313-69DDCB558545}"/>
              </a:ext>
            </a:extLst>
          </p:cNvPr>
          <p:cNvGrpSpPr/>
          <p:nvPr/>
        </p:nvGrpSpPr>
        <p:grpSpPr>
          <a:xfrm>
            <a:off x="2508419" y="1962439"/>
            <a:ext cx="7735657" cy="4054515"/>
            <a:chOff x="2564864" y="1962439"/>
            <a:chExt cx="7735657" cy="4054515"/>
          </a:xfrm>
        </p:grpSpPr>
        <p:pic>
          <p:nvPicPr>
            <p:cNvPr id="3" name="Content Placeholder 6">
              <a:extLst>
                <a:ext uri="{FF2B5EF4-FFF2-40B4-BE49-F238E27FC236}">
                  <a16:creationId xmlns:a16="http://schemas.microsoft.com/office/drawing/2014/main" id="{77952C1B-338D-4406-611E-C7F7E151B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57060" y="1962439"/>
              <a:ext cx="6877879" cy="4017168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5F0B004-0184-A91F-1887-A5548927A0BB}"/>
                </a:ext>
              </a:extLst>
            </p:cNvPr>
            <p:cNvSpPr txBox="1"/>
            <p:nvPr/>
          </p:nvSpPr>
          <p:spPr>
            <a:xfrm>
              <a:off x="7583607" y="5647178"/>
              <a:ext cx="125559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Waiter list</a:t>
              </a:r>
              <a:endParaRPr lang="nl-NL" sz="16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786A63F-2695-3E46-BBA9-BBC65A0414A7}"/>
                </a:ext>
              </a:extLst>
            </p:cNvPr>
            <p:cNvSpPr txBox="1"/>
            <p:nvPr/>
          </p:nvSpPr>
          <p:spPr>
            <a:xfrm>
              <a:off x="3262669" y="5678400"/>
              <a:ext cx="171961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Runnable queue</a:t>
              </a:r>
              <a:endParaRPr lang="nl-NL" sz="16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5C1978E-891B-79F0-81C7-C653886EE796}"/>
                </a:ext>
              </a:extLst>
            </p:cNvPr>
            <p:cNvSpPr txBox="1"/>
            <p:nvPr/>
          </p:nvSpPr>
          <p:spPr>
            <a:xfrm>
              <a:off x="8150999" y="3831271"/>
              <a:ext cx="21495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rgbClr val="C00000"/>
                  </a:solidFill>
                </a:rPr>
                <a:t>Resource wait time</a:t>
              </a:r>
              <a:endParaRPr lang="nl-NL" sz="1600" b="1" dirty="0">
                <a:solidFill>
                  <a:srgbClr val="C00000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922E052-F14B-AE1F-0145-927438AD95E5}"/>
                </a:ext>
              </a:extLst>
            </p:cNvPr>
            <p:cNvSpPr txBox="1"/>
            <p:nvPr/>
          </p:nvSpPr>
          <p:spPr>
            <a:xfrm>
              <a:off x="2564864" y="3889240"/>
              <a:ext cx="21495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6">
                      <a:lumMod val="75000"/>
                    </a:schemeClr>
                  </a:solidFill>
                </a:rPr>
                <a:t>Signal wait time</a:t>
              </a:r>
              <a:endParaRPr lang="nl-NL" sz="16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F27C85FD-593A-788E-F72F-24605458F7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1667" y="6514724"/>
            <a:ext cx="1958798" cy="232114"/>
          </a:xfrm>
          <a:prstGeom prst="rect">
            <a:avLst/>
          </a:prstGeom>
        </p:spPr>
      </p:pic>
      <p:pic>
        <p:nvPicPr>
          <p:cNvPr id="11" name="Picture 10" descr="A cartoon of a person wearing a blue garment and cape&#10;&#10;Description automatically generated">
            <a:extLst>
              <a:ext uri="{FF2B5EF4-FFF2-40B4-BE49-F238E27FC236}">
                <a16:creationId xmlns:a16="http://schemas.microsoft.com/office/drawing/2014/main" id="{67C6A14B-E9A4-D757-56C7-6DBE180EAD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0743" y="6514724"/>
            <a:ext cx="267412" cy="26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902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72FFF-B8C7-48F5-BFF4-592EC747F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wait statistics are generated</a:t>
            </a:r>
            <a:endParaRPr lang="nl-N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C257EE-2C6E-C3FC-7B1F-1E43DDF2F825}"/>
              </a:ext>
            </a:extLst>
          </p:cNvPr>
          <p:cNvSpPr txBox="1"/>
          <p:nvPr/>
        </p:nvSpPr>
        <p:spPr>
          <a:xfrm>
            <a:off x="1841310" y="3200146"/>
            <a:ext cx="85093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CPU time </a:t>
            </a:r>
            <a:r>
              <a:rPr lang="en-US" sz="2800" b="1" dirty="0"/>
              <a:t>+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Signal wait time </a:t>
            </a:r>
            <a:r>
              <a:rPr lang="en-US" sz="2800" b="1" dirty="0"/>
              <a:t>+ </a:t>
            </a:r>
            <a:r>
              <a:rPr lang="en-US" sz="2800" b="1" dirty="0">
                <a:solidFill>
                  <a:srgbClr val="C00000"/>
                </a:solidFill>
              </a:rPr>
              <a:t>Resource wait time</a:t>
            </a:r>
            <a:endParaRPr lang="nl-NL" sz="2800" b="1" dirty="0">
              <a:solidFill>
                <a:srgbClr val="C0000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6228AD5-A68A-DB62-2A16-5E9B89C47910}"/>
              </a:ext>
            </a:extLst>
          </p:cNvPr>
          <p:cNvCxnSpPr>
            <a:stCxn id="7" idx="1"/>
          </p:cNvCxnSpPr>
          <p:nvPr/>
        </p:nvCxnSpPr>
        <p:spPr>
          <a:xfrm>
            <a:off x="1841310" y="3461756"/>
            <a:ext cx="0" cy="407128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BAF255D-152C-6361-8DB2-5EE0F7F0D1CD}"/>
              </a:ext>
            </a:extLst>
          </p:cNvPr>
          <p:cNvCxnSpPr/>
          <p:nvPr/>
        </p:nvCxnSpPr>
        <p:spPr>
          <a:xfrm>
            <a:off x="1841310" y="3868884"/>
            <a:ext cx="8509379" cy="0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DB879C3-7A55-826E-F2EE-9A03EB1538D0}"/>
              </a:ext>
            </a:extLst>
          </p:cNvPr>
          <p:cNvCxnSpPr/>
          <p:nvPr/>
        </p:nvCxnSpPr>
        <p:spPr>
          <a:xfrm flipV="1">
            <a:off x="10350689" y="2981779"/>
            <a:ext cx="0" cy="887105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0586E-4154-613B-62BA-15F2D6EB0F14}"/>
              </a:ext>
            </a:extLst>
          </p:cNvPr>
          <p:cNvCxnSpPr/>
          <p:nvPr/>
        </p:nvCxnSpPr>
        <p:spPr>
          <a:xfrm flipH="1">
            <a:off x="3885063" y="2981779"/>
            <a:ext cx="6465626" cy="0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1D9B50D-C33D-B2FF-ED7F-D2B34D0B5191}"/>
              </a:ext>
            </a:extLst>
          </p:cNvPr>
          <p:cNvCxnSpPr/>
          <p:nvPr/>
        </p:nvCxnSpPr>
        <p:spPr>
          <a:xfrm>
            <a:off x="3885063" y="2981779"/>
            <a:ext cx="0" cy="443552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AD3C84A-18BE-74BE-8BA2-31EF2C67A9CE}"/>
              </a:ext>
            </a:extLst>
          </p:cNvPr>
          <p:cNvSpPr txBox="1"/>
          <p:nvPr/>
        </p:nvSpPr>
        <p:spPr>
          <a:xfrm>
            <a:off x="5698508" y="2508910"/>
            <a:ext cx="28387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Wait time</a:t>
            </a:r>
            <a:endParaRPr lang="nl-NL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F34E81-4329-09AB-99FA-0D3C894F170A}"/>
              </a:ext>
            </a:extLst>
          </p:cNvPr>
          <p:cNvSpPr txBox="1"/>
          <p:nvPr/>
        </p:nvSpPr>
        <p:spPr>
          <a:xfrm>
            <a:off x="4279140" y="3988730"/>
            <a:ext cx="28387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Total execution time</a:t>
            </a:r>
            <a:endParaRPr lang="nl-NL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7BA496-2947-3D9E-15A9-0F3CAD5AA9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667" y="6514724"/>
            <a:ext cx="1958798" cy="232114"/>
          </a:xfrm>
          <a:prstGeom prst="rect">
            <a:avLst/>
          </a:prstGeom>
        </p:spPr>
      </p:pic>
      <p:pic>
        <p:nvPicPr>
          <p:cNvPr id="5" name="Picture 4" descr="A cartoon of a person wearing a blue garment and cape&#10;&#10;Description automatically generated">
            <a:extLst>
              <a:ext uri="{FF2B5EF4-FFF2-40B4-BE49-F238E27FC236}">
                <a16:creationId xmlns:a16="http://schemas.microsoft.com/office/drawing/2014/main" id="{12460BE9-FABC-200B-1022-980BA90CFB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0743" y="6514724"/>
            <a:ext cx="267412" cy="26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4681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AF8EF-47E8-14D9-A017-A4138F28E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14FE-1318-7AC8-B2F9-F6D22EB6B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85714" cy="798657"/>
          </a:xfrm>
        </p:spPr>
        <p:txBody>
          <a:bodyPr/>
          <a:lstStyle/>
          <a:p>
            <a:r>
              <a:rPr lang="en-GB" noProof="0" dirty="0"/>
              <a:t>Querying &amp; analysing wait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7F5ED-0669-31BA-8149-85B5AA42E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0253"/>
            <a:ext cx="10515600" cy="4480560"/>
          </a:xfrm>
        </p:spPr>
        <p:txBody>
          <a:bodyPr>
            <a:normAutofit lnSpcReduction="10000"/>
          </a:bodyPr>
          <a:lstStyle/>
          <a:p>
            <a:r>
              <a:rPr lang="en-GB" noProof="0" dirty="0">
                <a:latin typeface="Poppins" pitchFamily="2" charset="77"/>
                <a:cs typeface="Poppins" pitchFamily="2" charset="77"/>
              </a:rPr>
              <a:t>2 DMV’s for wait statistics:</a:t>
            </a:r>
            <a:endParaRPr lang="en-GB" dirty="0">
              <a:latin typeface="Poppins" pitchFamily="2" charset="77"/>
              <a:cs typeface="Poppins" pitchFamily="2" charset="77"/>
            </a:endParaRPr>
          </a:p>
          <a:p>
            <a:pPr lvl="1"/>
            <a:r>
              <a:rPr lang="en-GB" noProof="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Poppins" pitchFamily="2" charset="77"/>
                <a:cs typeface="Poppins" pitchFamily="2" charset="77"/>
              </a:rPr>
              <a:t>sys.dm_os_wait_stats</a:t>
            </a:r>
            <a:endParaRPr lang="en-GB" dirty="0">
              <a:solidFill>
                <a:schemeClr val="accent5">
                  <a:lumMod val="60000"/>
                  <a:lumOff val="40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lvl="1"/>
            <a:r>
              <a:rPr lang="en-GB" noProof="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Poppins" pitchFamily="2" charset="77"/>
                <a:cs typeface="Poppins" pitchFamily="2" charset="77"/>
              </a:rPr>
              <a:t>sys.dm_os_waiting_tasks</a:t>
            </a:r>
            <a:br>
              <a:rPr lang="en-GB" noProof="0" dirty="0">
                <a:latin typeface="Poppins" pitchFamily="2" charset="77"/>
                <a:cs typeface="Poppins" pitchFamily="2" charset="77"/>
              </a:rPr>
            </a:br>
            <a:endParaRPr lang="en-GB" noProof="0" dirty="0">
              <a:latin typeface="Poppins" pitchFamily="2" charset="77"/>
              <a:cs typeface="Poppins" pitchFamily="2" charset="77"/>
            </a:endParaRPr>
          </a:p>
          <a:p>
            <a:r>
              <a:rPr lang="en-GB" noProof="0" dirty="0">
                <a:latin typeface="Poppins" pitchFamily="2" charset="77"/>
                <a:cs typeface="Poppins" pitchFamily="2" charset="77"/>
              </a:rPr>
              <a:t> </a:t>
            </a:r>
            <a:r>
              <a:rPr lang="en-GB" noProof="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Poppins" pitchFamily="2" charset="77"/>
                <a:cs typeface="Poppins" pitchFamily="2" charset="77"/>
              </a:rPr>
              <a:t>sys.dm_os_wait_stats</a:t>
            </a:r>
            <a:r>
              <a:rPr lang="en-GB" noProof="0" dirty="0">
                <a:solidFill>
                  <a:schemeClr val="accent5">
                    <a:lumMod val="60000"/>
                    <a:lumOff val="4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GB" noProof="0" dirty="0">
                <a:latin typeface="Poppins" pitchFamily="2" charset="77"/>
                <a:cs typeface="Poppins" pitchFamily="2" charset="77"/>
              </a:rPr>
              <a:t>cumulative wait times</a:t>
            </a:r>
            <a:br>
              <a:rPr lang="en-GB" noProof="0" dirty="0">
                <a:latin typeface="Poppins" pitchFamily="2" charset="77"/>
                <a:cs typeface="Poppins" pitchFamily="2" charset="77"/>
              </a:rPr>
            </a:br>
            <a:endParaRPr lang="en-GB" noProof="0" dirty="0">
              <a:latin typeface="Poppins" pitchFamily="2" charset="77"/>
              <a:cs typeface="Poppins" pitchFamily="2" charset="77"/>
            </a:endParaRPr>
          </a:p>
          <a:p>
            <a:r>
              <a:rPr lang="en-GB" noProof="0" dirty="0">
                <a:latin typeface="Poppins" pitchFamily="2" charset="77"/>
                <a:cs typeface="Poppins" pitchFamily="2" charset="77"/>
              </a:rPr>
              <a:t>Use </a:t>
            </a:r>
            <a:r>
              <a:rPr lang="en-GB" noProof="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Poppins" pitchFamily="2" charset="77"/>
                <a:cs typeface="Poppins" pitchFamily="2" charset="77"/>
              </a:rPr>
              <a:t>sys.dm_os_waiting_tasks</a:t>
            </a:r>
            <a:r>
              <a:rPr lang="en-GB" noProof="0" dirty="0">
                <a:solidFill>
                  <a:schemeClr val="accent5">
                    <a:lumMod val="60000"/>
                    <a:lumOff val="4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GB" noProof="0" dirty="0">
                <a:latin typeface="Poppins" pitchFamily="2" charset="77"/>
                <a:cs typeface="Poppins" pitchFamily="2" charset="77"/>
              </a:rPr>
              <a:t>to find out what is waiting right now!</a:t>
            </a:r>
            <a:br>
              <a:rPr lang="en-GB" noProof="0" dirty="0">
                <a:latin typeface="Poppins" pitchFamily="2" charset="77"/>
                <a:cs typeface="Poppins" pitchFamily="2" charset="77"/>
              </a:rPr>
            </a:br>
            <a:endParaRPr lang="en-GB" noProof="0" dirty="0">
              <a:latin typeface="Poppins" pitchFamily="2" charset="77"/>
              <a:cs typeface="Poppins" pitchFamily="2" charset="77"/>
            </a:endParaRPr>
          </a:p>
          <a:p>
            <a:r>
              <a:rPr lang="en-GB" noProof="0" dirty="0">
                <a:latin typeface="Poppins" pitchFamily="2" charset="77"/>
                <a:cs typeface="Poppins" pitchFamily="2" charset="77"/>
              </a:rPr>
              <a:t>New since SQL Server 2016: Session recorded,</a:t>
            </a:r>
            <a:br>
              <a:rPr lang="en-GB" noProof="0" dirty="0">
                <a:latin typeface="Poppins" pitchFamily="2" charset="77"/>
                <a:cs typeface="Poppins" pitchFamily="2" charset="77"/>
              </a:rPr>
            </a:br>
            <a:r>
              <a:rPr lang="en-GB" noProof="0" dirty="0">
                <a:latin typeface="Poppins" pitchFamily="2" charset="77"/>
                <a:cs typeface="Poppins" pitchFamily="2" charset="77"/>
              </a:rPr>
              <a:t>query-based and Query </a:t>
            </a:r>
            <a:r>
              <a:rPr lang="en-GB" noProof="0">
                <a:latin typeface="Poppins" pitchFamily="2" charset="77"/>
                <a:cs typeface="Poppins" pitchFamily="2" charset="77"/>
              </a:rPr>
              <a:t>Store recorded </a:t>
            </a:r>
            <a:r>
              <a:rPr lang="en-GB" noProof="0" dirty="0">
                <a:latin typeface="Poppins" pitchFamily="2" charset="77"/>
                <a:cs typeface="Poppins" pitchFamily="2" charset="77"/>
              </a:rPr>
              <a:t>wait stats*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90A2BF-7B44-0DA0-B4E6-45C003734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667" y="6514724"/>
            <a:ext cx="1958798" cy="232114"/>
          </a:xfrm>
          <a:prstGeom prst="rect">
            <a:avLst/>
          </a:prstGeom>
        </p:spPr>
      </p:pic>
      <p:pic>
        <p:nvPicPr>
          <p:cNvPr id="6" name="Picture 5" descr="A cartoon of a person wearing a blue garment and cape&#10;&#10;Description automatically generated">
            <a:extLst>
              <a:ext uri="{FF2B5EF4-FFF2-40B4-BE49-F238E27FC236}">
                <a16:creationId xmlns:a16="http://schemas.microsoft.com/office/drawing/2014/main" id="{82B0E1DE-D71B-F5C6-ECBD-7013648A9D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0743" y="6514724"/>
            <a:ext cx="267412" cy="26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680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0A68E0-CAE1-AFEA-D33F-8BCD09396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8619E-0558-F3F7-26C7-EB15D1BE1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85714" cy="798657"/>
          </a:xfrm>
        </p:spPr>
        <p:txBody>
          <a:bodyPr/>
          <a:lstStyle/>
          <a:p>
            <a:r>
              <a:rPr lang="en-GB" noProof="0" dirty="0"/>
              <a:t>Querying &amp; analysing wait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D6D76-26EB-B290-1AEC-C9C709962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0253"/>
            <a:ext cx="10515600" cy="4480560"/>
          </a:xfrm>
        </p:spPr>
        <p:txBody>
          <a:bodyPr/>
          <a:lstStyle/>
          <a:p>
            <a:r>
              <a:rPr lang="en-US" dirty="0">
                <a:latin typeface="Poppins" pitchFamily="2" charset="77"/>
                <a:cs typeface="Poppins" pitchFamily="2" charset="77"/>
              </a:rPr>
              <a:t>Some wait types will log additional information in </a:t>
            </a:r>
            <a:r>
              <a:rPr lang="en-US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Poppins" pitchFamily="2" charset="77"/>
                <a:cs typeface="Poppins" pitchFamily="2" charset="77"/>
              </a:rPr>
              <a:t>sys.dm_os_waiting_tasks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dirty="0">
                <a:latin typeface="Poppins" pitchFamily="2" charset="77"/>
                <a:cs typeface="Poppins" pitchFamily="2" charset="77"/>
              </a:rPr>
              <a:t>that will help you troubleshoot!</a:t>
            </a:r>
            <a:br>
              <a:rPr lang="en-US" dirty="0">
                <a:latin typeface="Poppins" pitchFamily="2" charset="77"/>
                <a:cs typeface="Poppins" pitchFamily="2" charset="77"/>
              </a:rPr>
            </a:br>
            <a:endParaRPr lang="en-US" dirty="0">
              <a:latin typeface="Poppins" pitchFamily="2" charset="77"/>
              <a:cs typeface="Poppins" pitchFamily="2" charset="77"/>
            </a:endParaRPr>
          </a:p>
          <a:p>
            <a:r>
              <a:rPr lang="en-US" dirty="0">
                <a:latin typeface="Poppins" pitchFamily="2" charset="77"/>
                <a:cs typeface="Poppins" pitchFamily="2" charset="77"/>
              </a:rPr>
              <a:t>Others you can safely ignore like LAZYWRITER_SLEEP</a:t>
            </a:r>
            <a:br>
              <a:rPr lang="en-US" dirty="0">
                <a:latin typeface="Poppins" pitchFamily="2" charset="77"/>
                <a:cs typeface="Poppins" pitchFamily="2" charset="77"/>
              </a:rPr>
            </a:b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Poppins" pitchFamily="2" charset="77"/>
                <a:cs typeface="Poppins" pitchFamily="2" charset="77"/>
              </a:rPr>
              <a:t>(your mileage may vary)</a:t>
            </a:r>
            <a:endParaRPr lang="en-US" dirty="0">
              <a:solidFill>
                <a:schemeClr val="bg1">
                  <a:lumMod val="6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E698E2-810B-E469-76DD-7EDF70763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667" y="6514724"/>
            <a:ext cx="1958798" cy="232114"/>
          </a:xfrm>
          <a:prstGeom prst="rect">
            <a:avLst/>
          </a:prstGeom>
        </p:spPr>
      </p:pic>
      <p:pic>
        <p:nvPicPr>
          <p:cNvPr id="6" name="Picture 5" descr="A cartoon of a person wearing a blue garment and cape&#10;&#10;Description automatically generated">
            <a:extLst>
              <a:ext uri="{FF2B5EF4-FFF2-40B4-BE49-F238E27FC236}">
                <a16:creationId xmlns:a16="http://schemas.microsoft.com/office/drawing/2014/main" id="{27644B8F-20A2-CE1B-4AD9-2C31493C26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0743" y="6514724"/>
            <a:ext cx="267412" cy="26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984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593F45-A4ED-6EEE-7B41-FD79F4ABB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6287-7F4E-75E4-C21A-1DB50A645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85714" cy="798657"/>
          </a:xfrm>
        </p:spPr>
        <p:txBody>
          <a:bodyPr/>
          <a:lstStyle/>
          <a:p>
            <a:r>
              <a:rPr lang="en-GB" noProof="0" dirty="0"/>
              <a:t>Querying &amp; analysing wait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A0A34-BF62-1A09-5B33-AC8B77DFC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0253"/>
            <a:ext cx="10515600" cy="4480560"/>
          </a:xfrm>
        </p:spPr>
        <p:txBody>
          <a:bodyPr/>
          <a:lstStyle/>
          <a:p>
            <a:r>
              <a:rPr lang="en-US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Poppins" pitchFamily="2" charset="77"/>
                <a:cs typeface="Poppins" pitchFamily="2" charset="77"/>
              </a:rPr>
              <a:t>Sys.dm_os_wait_stats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dirty="0">
                <a:latin typeface="Poppins" pitchFamily="2" charset="77"/>
                <a:cs typeface="Poppins" pitchFamily="2" charset="77"/>
              </a:rPr>
              <a:t>perfect way to capture wait statistics baselines!</a:t>
            </a:r>
            <a:br>
              <a:rPr lang="en-US" dirty="0">
                <a:latin typeface="Poppins" pitchFamily="2" charset="77"/>
                <a:cs typeface="Poppins" pitchFamily="2" charset="77"/>
              </a:rPr>
            </a:br>
            <a:endParaRPr lang="en-US" dirty="0">
              <a:latin typeface="Poppins" pitchFamily="2" charset="77"/>
              <a:cs typeface="Poppins" pitchFamily="2" charset="77"/>
            </a:endParaRPr>
          </a:p>
          <a:p>
            <a:r>
              <a:rPr lang="en-US" dirty="0">
                <a:latin typeface="Poppins" pitchFamily="2" charset="77"/>
                <a:cs typeface="Poppins" pitchFamily="2" charset="77"/>
              </a:rPr>
              <a:t>Without a baseline there is no way of saying a specific wait time is too long!</a:t>
            </a:r>
            <a:endParaRPr lang="en-US" dirty="0">
              <a:solidFill>
                <a:schemeClr val="bg1">
                  <a:lumMod val="6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48944A-AEF8-864E-995D-3BE608F6E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667" y="6514724"/>
            <a:ext cx="1958798" cy="232114"/>
          </a:xfrm>
          <a:prstGeom prst="rect">
            <a:avLst/>
          </a:prstGeom>
        </p:spPr>
      </p:pic>
      <p:pic>
        <p:nvPicPr>
          <p:cNvPr id="6" name="Picture 5" descr="A cartoon of a person wearing a blue garment and cape&#10;&#10;Description automatically generated">
            <a:extLst>
              <a:ext uri="{FF2B5EF4-FFF2-40B4-BE49-F238E27FC236}">
                <a16:creationId xmlns:a16="http://schemas.microsoft.com/office/drawing/2014/main" id="{F7DD269E-A404-2C72-F300-EF8B3BE112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0743" y="6514724"/>
            <a:ext cx="267412" cy="26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62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75B8C7-63DD-E792-139F-D32A1945C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435AC-EFC0-52ED-997A-114AD38C9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85714" cy="798657"/>
          </a:xfrm>
        </p:spPr>
        <p:txBody>
          <a:bodyPr/>
          <a:lstStyle/>
          <a:p>
            <a:r>
              <a:rPr lang="en-GB" noProof="0" dirty="0"/>
              <a:t>Querying &amp; analysing wait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12DFF-E110-7C30-2BF8-78A7FD4241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0253"/>
            <a:ext cx="10515600" cy="4480560"/>
          </a:xfrm>
        </p:spPr>
        <p:txBody>
          <a:bodyPr/>
          <a:lstStyle/>
          <a:p>
            <a:r>
              <a:rPr lang="en-US" dirty="0">
                <a:latin typeface="Poppins" pitchFamily="2" charset="77"/>
                <a:cs typeface="Poppins" pitchFamily="2" charset="77"/>
              </a:rPr>
              <a:t>Wait statistics baseline methodology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E9B26C-D5FA-5F8E-B19B-7D12D992B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667" y="6514724"/>
            <a:ext cx="1958798" cy="232114"/>
          </a:xfrm>
          <a:prstGeom prst="rect">
            <a:avLst/>
          </a:prstGeom>
        </p:spPr>
      </p:pic>
      <p:pic>
        <p:nvPicPr>
          <p:cNvPr id="6" name="Picture 5" descr="A cartoon of a person wearing a blue garment and cape&#10;&#10;Description automatically generated">
            <a:extLst>
              <a:ext uri="{FF2B5EF4-FFF2-40B4-BE49-F238E27FC236}">
                <a16:creationId xmlns:a16="http://schemas.microsoft.com/office/drawing/2014/main" id="{ACED9274-6209-3865-E1B3-C2E3D0F0A8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0743" y="6514724"/>
            <a:ext cx="267412" cy="2674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83DB12A-3F9C-8856-F121-2244C19E25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9917" y="2530922"/>
            <a:ext cx="6242279" cy="3414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6595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1303F4-DC12-95E8-FA42-DF7FBD761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92ECF-6A67-C1DD-F541-FEF0F7E2E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85714" cy="798657"/>
          </a:xfrm>
        </p:spPr>
        <p:txBody>
          <a:bodyPr/>
          <a:lstStyle/>
          <a:p>
            <a:r>
              <a:rPr lang="en-GB" noProof="0" dirty="0"/>
              <a:t>Querying &amp; analysing wait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89EB3-4CA2-97ED-8338-CCF8BCF04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0253"/>
            <a:ext cx="10515600" cy="4480560"/>
          </a:xfrm>
        </p:spPr>
        <p:txBody>
          <a:bodyPr/>
          <a:lstStyle/>
          <a:p>
            <a:r>
              <a:rPr lang="en-US" dirty="0">
                <a:latin typeface="Poppins" pitchFamily="2" charset="77"/>
                <a:cs typeface="Poppins" pitchFamily="2" charset="77"/>
              </a:rPr>
              <a:t>Use </a:t>
            </a:r>
            <a:r>
              <a:rPr lang="en-US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Poppins" pitchFamily="2" charset="77"/>
                <a:cs typeface="Poppins" pitchFamily="2" charset="77"/>
              </a:rPr>
              <a:t>sys.dm_os_waiting_tasks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dirty="0">
                <a:latin typeface="Poppins" pitchFamily="2" charset="77"/>
                <a:cs typeface="Poppins" pitchFamily="2" charset="77"/>
              </a:rPr>
              <a:t>to find out what is slowing you down right now</a:t>
            </a:r>
            <a:br>
              <a:rPr lang="en-US" dirty="0">
                <a:latin typeface="Poppins" pitchFamily="2" charset="77"/>
                <a:cs typeface="Poppins" pitchFamily="2" charset="77"/>
              </a:rPr>
            </a:br>
            <a:endParaRPr lang="en-US" dirty="0">
              <a:latin typeface="Poppins" pitchFamily="2" charset="77"/>
              <a:cs typeface="Poppins" pitchFamily="2" charset="77"/>
            </a:endParaRPr>
          </a:p>
          <a:p>
            <a:r>
              <a:rPr lang="en-US" dirty="0">
                <a:latin typeface="Poppins" pitchFamily="2" charset="77"/>
                <a:cs typeface="Poppins" pitchFamily="2" charset="77"/>
              </a:rPr>
              <a:t>Compare the wait times to your baseline</a:t>
            </a:r>
            <a:br>
              <a:rPr lang="en-US" dirty="0">
                <a:latin typeface="Poppins" pitchFamily="2" charset="77"/>
                <a:cs typeface="Poppins" pitchFamily="2" charset="77"/>
              </a:rPr>
            </a:br>
            <a:endParaRPr lang="en-US" dirty="0">
              <a:latin typeface="Poppins" pitchFamily="2" charset="77"/>
              <a:cs typeface="Poppins" pitchFamily="2" charset="77"/>
            </a:endParaRPr>
          </a:p>
          <a:p>
            <a:r>
              <a:rPr lang="en-US" dirty="0">
                <a:latin typeface="Poppins" pitchFamily="2" charset="77"/>
                <a:cs typeface="Poppins" pitchFamily="2" charset="77"/>
              </a:rPr>
              <a:t>Focus on </a:t>
            </a:r>
            <a:r>
              <a:rPr lang="en-US" b="1" dirty="0">
                <a:latin typeface="Poppins" pitchFamily="2" charset="77"/>
                <a:cs typeface="Poppins" pitchFamily="2" charset="77"/>
              </a:rPr>
              <a:t>large</a:t>
            </a:r>
            <a:r>
              <a:rPr lang="en-US" dirty="0">
                <a:latin typeface="Poppins" pitchFamily="2" charset="77"/>
                <a:cs typeface="Poppins" pitchFamily="2" charset="77"/>
              </a:rPr>
              <a:t> increases or decreases for the top n wait types</a:t>
            </a:r>
            <a:br>
              <a:rPr lang="en-US" dirty="0">
                <a:latin typeface="Poppins" pitchFamily="2" charset="77"/>
                <a:cs typeface="Poppins" pitchFamily="2" charset="77"/>
              </a:rPr>
            </a:br>
            <a:endParaRPr lang="en-US" dirty="0">
              <a:latin typeface="Poppins" pitchFamily="2" charset="77"/>
              <a:cs typeface="Poppins" pitchFamily="2" charset="77"/>
            </a:endParaRPr>
          </a:p>
          <a:p>
            <a:r>
              <a:rPr lang="en-US" b="1" dirty="0">
                <a:latin typeface="Poppins" pitchFamily="2" charset="77"/>
                <a:cs typeface="Poppins" pitchFamily="2" charset="77"/>
              </a:rPr>
              <a:t>Don’t freak out!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0DCCA6-FE3D-0473-37A8-F37F79317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667" y="6514724"/>
            <a:ext cx="1958798" cy="232114"/>
          </a:xfrm>
          <a:prstGeom prst="rect">
            <a:avLst/>
          </a:prstGeom>
        </p:spPr>
      </p:pic>
      <p:pic>
        <p:nvPicPr>
          <p:cNvPr id="6" name="Picture 5" descr="A cartoon of a person wearing a blue garment and cape&#10;&#10;Description automatically generated">
            <a:extLst>
              <a:ext uri="{FF2B5EF4-FFF2-40B4-BE49-F238E27FC236}">
                <a16:creationId xmlns:a16="http://schemas.microsoft.com/office/drawing/2014/main" id="{F3305842-55F5-BD94-A713-2E828AFC5C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0743" y="6514724"/>
            <a:ext cx="267412" cy="26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4909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288C29-BA4E-8A0D-39B3-F8E63D0EF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87FDB-FC5F-2C0B-368B-9A73C52BF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85714" cy="798657"/>
          </a:xfrm>
        </p:spPr>
        <p:txBody>
          <a:bodyPr/>
          <a:lstStyle/>
          <a:p>
            <a:r>
              <a:rPr lang="en-GB" noProof="0" dirty="0"/>
              <a:t>Common wait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6F3BF-8552-D74C-307B-E1FE95809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0253"/>
            <a:ext cx="10515600" cy="4480560"/>
          </a:xfrm>
        </p:spPr>
        <p:txBody>
          <a:bodyPr/>
          <a:lstStyle/>
          <a:p>
            <a:r>
              <a:rPr lang="pt-BR" dirty="0">
                <a:latin typeface="Poppins" pitchFamily="2" charset="77"/>
                <a:cs typeface="Poppins" pitchFamily="2" charset="77"/>
              </a:rPr>
              <a:t>CXPACKET</a:t>
            </a:r>
          </a:p>
          <a:p>
            <a:r>
              <a:rPr lang="pt-BR" dirty="0">
                <a:latin typeface="Poppins" pitchFamily="2" charset="77"/>
                <a:cs typeface="Poppins" pitchFamily="2" charset="77"/>
              </a:rPr>
              <a:t>SOS_SCHEDULER_YIELD</a:t>
            </a:r>
          </a:p>
          <a:p>
            <a:r>
              <a:rPr lang="pt-BR" dirty="0" err="1">
                <a:latin typeface="Poppins" pitchFamily="2" charset="77"/>
                <a:cs typeface="Poppins" pitchFamily="2" charset="77"/>
              </a:rPr>
              <a:t>LCK_M_xx</a:t>
            </a:r>
            <a:endParaRPr lang="pt-BR" dirty="0">
              <a:latin typeface="Poppins" pitchFamily="2" charset="77"/>
              <a:cs typeface="Poppins" pitchFamily="2" charset="77"/>
            </a:endParaRPr>
          </a:p>
          <a:p>
            <a:r>
              <a:rPr lang="pt-BR" dirty="0" err="1">
                <a:latin typeface="Poppins" pitchFamily="2" charset="77"/>
                <a:cs typeface="Poppins" pitchFamily="2" charset="77"/>
              </a:rPr>
              <a:t>PAGEIOLATCH_xx</a:t>
            </a:r>
            <a:endParaRPr lang="pt-BR" dirty="0">
              <a:latin typeface="Poppins" pitchFamily="2" charset="77"/>
              <a:cs typeface="Poppins" pitchFamily="2" charset="77"/>
            </a:endParaRPr>
          </a:p>
          <a:p>
            <a:r>
              <a:rPr lang="pt-BR" dirty="0">
                <a:latin typeface="Poppins" pitchFamily="2" charset="77"/>
                <a:cs typeface="Poppins" pitchFamily="2" charset="77"/>
              </a:rPr>
              <a:t>OLEDB</a:t>
            </a:r>
          </a:p>
          <a:p>
            <a:r>
              <a:rPr lang="pt-BR" dirty="0">
                <a:latin typeface="Poppins" pitchFamily="2" charset="77"/>
                <a:cs typeface="Poppins" pitchFamily="2" charset="77"/>
              </a:rPr>
              <a:t>THREADPOOL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DE32AD-3E2E-1220-40DB-CC4BA17FD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667" y="6514724"/>
            <a:ext cx="1958798" cy="232114"/>
          </a:xfrm>
          <a:prstGeom prst="rect">
            <a:avLst/>
          </a:prstGeom>
        </p:spPr>
      </p:pic>
      <p:pic>
        <p:nvPicPr>
          <p:cNvPr id="6" name="Picture 5" descr="A cartoon of a person wearing a blue garment and cape&#10;&#10;Description automatically generated">
            <a:extLst>
              <a:ext uri="{FF2B5EF4-FFF2-40B4-BE49-F238E27FC236}">
                <a16:creationId xmlns:a16="http://schemas.microsoft.com/office/drawing/2014/main" id="{DC4FE8B6-BA71-39A9-A7DF-EDCAFDDEC9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0743" y="6514724"/>
            <a:ext cx="267412" cy="26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152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253934-D8A1-07F8-18D6-8C37BB131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F9F81-98EA-A14B-977A-EE3DC24BD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85714" cy="798657"/>
          </a:xfrm>
        </p:spPr>
        <p:txBody>
          <a:bodyPr/>
          <a:lstStyle/>
          <a:p>
            <a:r>
              <a:rPr lang="en-GB" noProof="0" dirty="0"/>
              <a:t>Common wait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DAF43-8A8D-CCAA-F0B4-D59FE163B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4424"/>
            <a:ext cx="10515600" cy="4480560"/>
          </a:xfrm>
        </p:spPr>
        <p:txBody>
          <a:bodyPr/>
          <a:lstStyle/>
          <a:p>
            <a:r>
              <a:rPr lang="en-GB" b="1" noProof="0" dirty="0">
                <a:latin typeface="Poppins" pitchFamily="2" charset="77"/>
                <a:cs typeface="Poppins" pitchFamily="2" charset="77"/>
              </a:rPr>
              <a:t>CXPACKET</a:t>
            </a:r>
            <a:r>
              <a:rPr lang="en-GB" noProof="0" dirty="0">
                <a:latin typeface="Poppins" pitchFamily="2" charset="77"/>
                <a:cs typeface="Poppins" pitchFamily="2" charset="77"/>
              </a:rPr>
              <a:t> waits always occur when you use parallelism (MDOP)</a:t>
            </a:r>
            <a:br>
              <a:rPr lang="en-GB" noProof="0" dirty="0">
                <a:latin typeface="Poppins" pitchFamily="2" charset="77"/>
                <a:cs typeface="Poppins" pitchFamily="2" charset="77"/>
              </a:rPr>
            </a:br>
            <a:endParaRPr lang="en-GB" noProof="0" dirty="0">
              <a:latin typeface="Poppins" pitchFamily="2" charset="77"/>
              <a:cs typeface="Poppins" pitchFamily="2" charset="77"/>
            </a:endParaRPr>
          </a:p>
          <a:p>
            <a:r>
              <a:rPr lang="en-GB" noProof="0" dirty="0">
                <a:latin typeface="Poppins" pitchFamily="2" charset="77"/>
                <a:cs typeface="Poppins" pitchFamily="2" charset="77"/>
              </a:rPr>
              <a:t>Investigate execution plans, tune MDOP cost threshold, check statistics</a:t>
            </a:r>
            <a:br>
              <a:rPr lang="en-GB" noProof="0" dirty="0">
                <a:latin typeface="Poppins" pitchFamily="2" charset="77"/>
                <a:cs typeface="Poppins" pitchFamily="2" charset="77"/>
              </a:rPr>
            </a:br>
            <a:endParaRPr lang="en-GB" noProof="0" dirty="0">
              <a:latin typeface="Poppins" pitchFamily="2" charset="77"/>
              <a:cs typeface="Poppins" pitchFamily="2" charset="77"/>
            </a:endParaRPr>
          </a:p>
          <a:p>
            <a:r>
              <a:rPr lang="en-GB" noProof="0" dirty="0">
                <a:latin typeface="Poppins" pitchFamily="2" charset="77"/>
                <a:cs typeface="Poppins" pitchFamily="2" charset="77"/>
              </a:rPr>
              <a:t>Don’t freak out and turn of parallelism!</a:t>
            </a:r>
            <a:br>
              <a:rPr lang="en-GB" noProof="0" dirty="0">
                <a:latin typeface="Poppins" pitchFamily="2" charset="77"/>
                <a:cs typeface="Poppins" pitchFamily="2" charset="77"/>
              </a:rPr>
            </a:br>
            <a:endParaRPr lang="en-GB" noProof="0" dirty="0">
              <a:latin typeface="Poppins" pitchFamily="2" charset="77"/>
              <a:cs typeface="Poppins" pitchFamily="2" charset="77"/>
            </a:endParaRPr>
          </a:p>
          <a:p>
            <a:r>
              <a:rPr lang="en-GB" dirty="0">
                <a:latin typeface="Poppins" pitchFamily="2" charset="77"/>
                <a:cs typeface="Poppins" pitchFamily="2" charset="77"/>
              </a:rPr>
              <a:t>Since SQL Server 2016 SP2 changes have been made in how this wait type is reported</a:t>
            </a:r>
            <a:endParaRPr lang="en-GB" noProof="0" dirty="0"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45852A-684D-A90C-443E-8088A5587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667" y="6514724"/>
            <a:ext cx="1958798" cy="232114"/>
          </a:xfrm>
          <a:prstGeom prst="rect">
            <a:avLst/>
          </a:prstGeom>
        </p:spPr>
      </p:pic>
      <p:pic>
        <p:nvPicPr>
          <p:cNvPr id="6" name="Picture 5" descr="A cartoon of a person wearing a blue garment and cape&#10;&#10;Description automatically generated">
            <a:extLst>
              <a:ext uri="{FF2B5EF4-FFF2-40B4-BE49-F238E27FC236}">
                <a16:creationId xmlns:a16="http://schemas.microsoft.com/office/drawing/2014/main" id="{BB9E2F9A-1F6D-ED92-1767-8DE413DD8E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0743" y="6514724"/>
            <a:ext cx="267412" cy="2674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B0BC548-BC61-CFC9-AC05-38638CDCEB26}"/>
              </a:ext>
            </a:extLst>
          </p:cNvPr>
          <p:cNvSpPr txBox="1"/>
          <p:nvPr/>
        </p:nvSpPr>
        <p:spPr>
          <a:xfrm>
            <a:off x="838200" y="100782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noProof="0" dirty="0">
                <a:latin typeface="Poppins" pitchFamily="2" charset="77"/>
                <a:cs typeface="Poppins" pitchFamily="2" charset="77"/>
              </a:rPr>
              <a:t>CXPACKET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1705560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D81A36-4833-BECF-DDA3-72C30D131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5BACF-D187-8E65-7668-E4D9880E8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85714" cy="798657"/>
          </a:xfrm>
        </p:spPr>
        <p:txBody>
          <a:bodyPr/>
          <a:lstStyle/>
          <a:p>
            <a:r>
              <a:rPr lang="en-GB" noProof="0" dirty="0"/>
              <a:t>Common wait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44810-5B09-52BF-6F53-1C79CF64F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4424"/>
            <a:ext cx="10515600" cy="4480560"/>
          </a:xfrm>
        </p:spPr>
        <p:txBody>
          <a:bodyPr/>
          <a:lstStyle/>
          <a:p>
            <a:r>
              <a:rPr lang="en-GB" noProof="0" dirty="0">
                <a:latin typeface="Poppins" pitchFamily="2" charset="77"/>
                <a:cs typeface="Poppins" pitchFamily="2" charset="77"/>
              </a:rPr>
              <a:t>Recorded whenever a thread has so yield from the scheduler due to its quantum (4 </a:t>
            </a:r>
            <a:r>
              <a:rPr lang="en-GB" noProof="0" dirty="0" err="1">
                <a:latin typeface="Poppins" pitchFamily="2" charset="77"/>
                <a:cs typeface="Poppins" pitchFamily="2" charset="77"/>
              </a:rPr>
              <a:t>ms</a:t>
            </a:r>
            <a:r>
              <a:rPr lang="en-GB" noProof="0" dirty="0">
                <a:latin typeface="Poppins" pitchFamily="2" charset="77"/>
                <a:cs typeface="Poppins" pitchFamily="2" charset="77"/>
              </a:rPr>
              <a:t>) being depleted</a:t>
            </a:r>
            <a:br>
              <a:rPr lang="en-GB" noProof="0" dirty="0">
                <a:latin typeface="Poppins" pitchFamily="2" charset="77"/>
                <a:cs typeface="Poppins" pitchFamily="2" charset="77"/>
              </a:rPr>
            </a:br>
            <a:endParaRPr lang="en-GB" noProof="0" dirty="0">
              <a:latin typeface="Poppins" pitchFamily="2" charset="77"/>
              <a:cs typeface="Poppins" pitchFamily="2" charset="77"/>
            </a:endParaRPr>
          </a:p>
          <a:p>
            <a:r>
              <a:rPr lang="en-GB" dirty="0">
                <a:latin typeface="Poppins" pitchFamily="2" charset="77"/>
                <a:cs typeface="Poppins" pitchFamily="2" charset="77"/>
              </a:rPr>
              <a:t>Does not return to the waiter list and goes directly to the runnable queue</a:t>
            </a:r>
            <a:br>
              <a:rPr lang="en-GB" dirty="0">
                <a:latin typeface="Poppins" pitchFamily="2" charset="77"/>
                <a:cs typeface="Poppins" pitchFamily="2" charset="77"/>
              </a:rPr>
            </a:br>
            <a:endParaRPr lang="en-GB" dirty="0">
              <a:latin typeface="Poppins" pitchFamily="2" charset="77"/>
              <a:cs typeface="Poppins" pitchFamily="2" charset="77"/>
            </a:endParaRPr>
          </a:p>
          <a:p>
            <a:r>
              <a:rPr lang="en-GB" dirty="0">
                <a:latin typeface="Poppins" pitchFamily="2" charset="77"/>
                <a:cs typeface="Poppins" pitchFamily="2" charset="77"/>
              </a:rPr>
              <a:t>Happens normally all the time</a:t>
            </a:r>
            <a:br>
              <a:rPr lang="en-GB" dirty="0">
                <a:latin typeface="Poppins" pitchFamily="2" charset="77"/>
                <a:cs typeface="Poppins" pitchFamily="2" charset="77"/>
              </a:rPr>
            </a:br>
            <a:endParaRPr lang="en-GB" dirty="0">
              <a:latin typeface="Poppins" pitchFamily="2" charset="77"/>
              <a:cs typeface="Poppins" pitchFamily="2" charset="77"/>
            </a:endParaRPr>
          </a:p>
          <a:p>
            <a:r>
              <a:rPr lang="en-GB" noProof="0" dirty="0">
                <a:latin typeface="Poppins" pitchFamily="2" charset="77"/>
                <a:cs typeface="Poppins" pitchFamily="2" charset="77"/>
              </a:rPr>
              <a:t>Can be cause of more investigation when values are higher than normal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B6DC62-150E-D916-3543-2B815F69B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667" y="6514724"/>
            <a:ext cx="1958798" cy="232114"/>
          </a:xfrm>
          <a:prstGeom prst="rect">
            <a:avLst/>
          </a:prstGeom>
        </p:spPr>
      </p:pic>
      <p:pic>
        <p:nvPicPr>
          <p:cNvPr id="6" name="Picture 5" descr="A cartoon of a person wearing a blue garment and cape&#10;&#10;Description automatically generated">
            <a:extLst>
              <a:ext uri="{FF2B5EF4-FFF2-40B4-BE49-F238E27FC236}">
                <a16:creationId xmlns:a16="http://schemas.microsoft.com/office/drawing/2014/main" id="{C1336D35-288F-8F78-87AC-F0B21C3EC2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0743" y="6514724"/>
            <a:ext cx="267412" cy="2674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BBC9D4-496D-24B3-00E9-A452AC5F1625}"/>
              </a:ext>
            </a:extLst>
          </p:cNvPr>
          <p:cNvSpPr txBox="1"/>
          <p:nvPr/>
        </p:nvSpPr>
        <p:spPr>
          <a:xfrm>
            <a:off x="838200" y="100782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noProof="0" dirty="0">
                <a:latin typeface="Poppins" pitchFamily="2" charset="77"/>
                <a:cs typeface="Poppins" pitchFamily="2" charset="77"/>
              </a:rPr>
              <a:t>SOS_SCHEDULER_YIELD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9229999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6A13F1-3070-9E5B-8918-9C20F4B13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91EED-073D-C6AE-7A4B-A4CC63A73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85714" cy="798657"/>
          </a:xfrm>
        </p:spPr>
        <p:txBody>
          <a:bodyPr/>
          <a:lstStyle/>
          <a:p>
            <a:r>
              <a:rPr lang="en-GB" noProof="0" dirty="0"/>
              <a:t>Common wait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00566-9FE1-C509-F674-52A5885E9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4424"/>
            <a:ext cx="10515600" cy="4480560"/>
          </a:xfrm>
        </p:spPr>
        <p:txBody>
          <a:bodyPr/>
          <a:lstStyle/>
          <a:p>
            <a:r>
              <a:rPr lang="en-GB" b="1" noProof="0" dirty="0" err="1">
                <a:latin typeface="Poppins" pitchFamily="2" charset="77"/>
                <a:cs typeface="Poppins" pitchFamily="2" charset="77"/>
              </a:rPr>
              <a:t>LCK_M_xx</a:t>
            </a:r>
            <a:r>
              <a:rPr lang="en-GB" b="1" noProof="0" dirty="0">
                <a:latin typeface="Poppins" pitchFamily="2" charset="77"/>
                <a:cs typeface="Poppins" pitchFamily="2" charset="77"/>
              </a:rPr>
              <a:t> </a:t>
            </a:r>
            <a:r>
              <a:rPr lang="en-GB" noProof="0" dirty="0">
                <a:latin typeface="Poppins" pitchFamily="2" charset="77"/>
                <a:cs typeface="Poppins" pitchFamily="2" charset="77"/>
              </a:rPr>
              <a:t>waits occur when blocking is occurring</a:t>
            </a:r>
            <a:br>
              <a:rPr lang="en-GB" noProof="0" dirty="0">
                <a:latin typeface="Poppins" pitchFamily="2" charset="77"/>
                <a:cs typeface="Poppins" pitchFamily="2" charset="77"/>
              </a:rPr>
            </a:br>
            <a:endParaRPr lang="en-GB" noProof="0" dirty="0">
              <a:latin typeface="Poppins" pitchFamily="2" charset="77"/>
              <a:cs typeface="Poppins" pitchFamily="2" charset="77"/>
            </a:endParaRPr>
          </a:p>
          <a:p>
            <a:r>
              <a:rPr lang="en-GB" noProof="0" dirty="0">
                <a:latin typeface="Poppins" pitchFamily="2" charset="77"/>
                <a:cs typeface="Poppins" pitchFamily="2" charset="77"/>
              </a:rPr>
              <a:t>Check if there is a blocking bottleneck, break up large updates, change isolation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E64CF6-15F2-CC61-A487-4205E1EA5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667" y="6514724"/>
            <a:ext cx="1958798" cy="232114"/>
          </a:xfrm>
          <a:prstGeom prst="rect">
            <a:avLst/>
          </a:prstGeom>
        </p:spPr>
      </p:pic>
      <p:pic>
        <p:nvPicPr>
          <p:cNvPr id="6" name="Picture 5" descr="A cartoon of a person wearing a blue garment and cape&#10;&#10;Description automatically generated">
            <a:extLst>
              <a:ext uri="{FF2B5EF4-FFF2-40B4-BE49-F238E27FC236}">
                <a16:creationId xmlns:a16="http://schemas.microsoft.com/office/drawing/2014/main" id="{033F0FE0-D130-383F-7632-3588575BF7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0743" y="6514724"/>
            <a:ext cx="267412" cy="2674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5B59F78-5B54-42E0-00C4-7C50AD60D923}"/>
              </a:ext>
            </a:extLst>
          </p:cNvPr>
          <p:cNvSpPr txBox="1"/>
          <p:nvPr/>
        </p:nvSpPr>
        <p:spPr>
          <a:xfrm>
            <a:off x="838200" y="100782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noProof="0" dirty="0" err="1">
                <a:latin typeface="Poppins" pitchFamily="2" charset="77"/>
                <a:cs typeface="Poppins" pitchFamily="2" charset="77"/>
              </a:rPr>
              <a:t>LCK_M_</a:t>
            </a:r>
            <a:r>
              <a:rPr lang="en-GB" sz="2400" b="1" i="1" noProof="0" dirty="0" err="1">
                <a:latin typeface="Poppins" pitchFamily="2" charset="77"/>
                <a:cs typeface="Poppins" pitchFamily="2" charset="77"/>
              </a:rPr>
              <a:t>xx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040455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1DCBD0-CE8C-77A6-F949-F92342962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B5114-BC64-E4A7-C997-EE5F7EEC7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85714" cy="798657"/>
          </a:xfrm>
        </p:spPr>
        <p:txBody>
          <a:bodyPr/>
          <a:lstStyle/>
          <a:p>
            <a:r>
              <a:rPr lang="en-GB" noProof="0" dirty="0"/>
              <a:t>Common wait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E4EF6-7E06-6FC7-B2E9-BCCC1AA6E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4424"/>
            <a:ext cx="10515600" cy="4480560"/>
          </a:xfrm>
        </p:spPr>
        <p:txBody>
          <a:bodyPr/>
          <a:lstStyle/>
          <a:p>
            <a:r>
              <a:rPr lang="en-GB" noProof="0" dirty="0">
                <a:latin typeface="Poppins" pitchFamily="2" charset="77"/>
                <a:cs typeface="Poppins" pitchFamily="2" charset="77"/>
              </a:rPr>
              <a:t>Latches are synchronization objects for buffer pages</a:t>
            </a:r>
            <a:br>
              <a:rPr lang="en-GB" noProof="0" dirty="0">
                <a:latin typeface="Poppins" pitchFamily="2" charset="77"/>
                <a:cs typeface="Poppins" pitchFamily="2" charset="77"/>
              </a:rPr>
            </a:br>
            <a:endParaRPr lang="en-GB" noProof="0" dirty="0">
              <a:latin typeface="Poppins" pitchFamily="2" charset="77"/>
              <a:cs typeface="Poppins" pitchFamily="2" charset="77"/>
            </a:endParaRPr>
          </a:p>
          <a:p>
            <a:r>
              <a:rPr lang="en-GB" b="1" noProof="0" dirty="0" err="1">
                <a:latin typeface="Poppins" pitchFamily="2" charset="77"/>
                <a:cs typeface="Poppins" pitchFamily="2" charset="77"/>
              </a:rPr>
              <a:t>PAGEIOLATCH_xx</a:t>
            </a:r>
            <a:r>
              <a:rPr lang="en-GB" b="1" noProof="0" dirty="0">
                <a:latin typeface="Poppins" pitchFamily="2" charset="77"/>
                <a:cs typeface="Poppins" pitchFamily="2" charset="77"/>
              </a:rPr>
              <a:t> </a:t>
            </a:r>
            <a:r>
              <a:rPr lang="en-GB" noProof="0" dirty="0">
                <a:latin typeface="Poppins" pitchFamily="2" charset="77"/>
                <a:cs typeface="Poppins" pitchFamily="2" charset="77"/>
              </a:rPr>
              <a:t>occurs when data is moved from disk to the buffer cache</a:t>
            </a:r>
            <a:br>
              <a:rPr lang="en-GB" noProof="0" dirty="0">
                <a:latin typeface="Poppins" pitchFamily="2" charset="77"/>
                <a:cs typeface="Poppins" pitchFamily="2" charset="77"/>
              </a:rPr>
            </a:br>
            <a:endParaRPr lang="en-GB" noProof="0" dirty="0">
              <a:latin typeface="Poppins" pitchFamily="2" charset="77"/>
              <a:cs typeface="Poppins" pitchFamily="2" charset="77"/>
            </a:endParaRPr>
          </a:p>
          <a:p>
            <a:r>
              <a:rPr lang="en-GB" noProof="0" dirty="0">
                <a:latin typeface="Poppins" pitchFamily="2" charset="77"/>
                <a:cs typeface="Poppins" pitchFamily="2" charset="77"/>
              </a:rPr>
              <a:t>Can indicate IO subsystem or memory issues, check indexes, statistics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A75702-0A42-B1BB-87A1-75C6A0B391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667" y="6514724"/>
            <a:ext cx="1958798" cy="232114"/>
          </a:xfrm>
          <a:prstGeom prst="rect">
            <a:avLst/>
          </a:prstGeom>
        </p:spPr>
      </p:pic>
      <p:pic>
        <p:nvPicPr>
          <p:cNvPr id="6" name="Picture 5" descr="A cartoon of a person wearing a blue garment and cape&#10;&#10;Description automatically generated">
            <a:extLst>
              <a:ext uri="{FF2B5EF4-FFF2-40B4-BE49-F238E27FC236}">
                <a16:creationId xmlns:a16="http://schemas.microsoft.com/office/drawing/2014/main" id="{5A2F6DA8-6B1F-67AA-A958-A2EBE0D475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0743" y="6514724"/>
            <a:ext cx="267412" cy="2674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C1955D-2250-CB04-8575-981B503ACBDE}"/>
              </a:ext>
            </a:extLst>
          </p:cNvPr>
          <p:cNvSpPr txBox="1"/>
          <p:nvPr/>
        </p:nvSpPr>
        <p:spPr>
          <a:xfrm>
            <a:off x="838200" y="100782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noProof="0" dirty="0" err="1">
                <a:latin typeface="Poppins" pitchFamily="2" charset="77"/>
                <a:cs typeface="Poppins" pitchFamily="2" charset="77"/>
              </a:rPr>
              <a:t>PAGEIOLATCH_</a:t>
            </a:r>
            <a:r>
              <a:rPr lang="en-GB" sz="2400" b="1" i="1" noProof="0" dirty="0" err="1">
                <a:latin typeface="Poppins" pitchFamily="2" charset="77"/>
                <a:cs typeface="Poppins" pitchFamily="2" charset="77"/>
              </a:rPr>
              <a:t>xx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5740702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C7DB89-FE90-A4AE-DAA2-994D63577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2B288-5F19-E041-B1C1-B8F5AEC4E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85714" cy="798657"/>
          </a:xfrm>
        </p:spPr>
        <p:txBody>
          <a:bodyPr/>
          <a:lstStyle/>
          <a:p>
            <a:r>
              <a:rPr lang="en-GB" noProof="0" dirty="0"/>
              <a:t>Common wait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4113C-9301-7392-3B1D-925BCF711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4424"/>
            <a:ext cx="10515600" cy="4480560"/>
          </a:xfrm>
        </p:spPr>
        <p:txBody>
          <a:bodyPr/>
          <a:lstStyle/>
          <a:p>
            <a:r>
              <a:rPr lang="en-GB" b="1" noProof="0" dirty="0">
                <a:latin typeface="Poppins" pitchFamily="2" charset="77"/>
                <a:cs typeface="Poppins" pitchFamily="2" charset="77"/>
              </a:rPr>
              <a:t>OLEDB</a:t>
            </a:r>
            <a:r>
              <a:rPr lang="en-GB" noProof="0" dirty="0">
                <a:latin typeface="Poppins" pitchFamily="2" charset="77"/>
                <a:cs typeface="Poppins" pitchFamily="2" charset="77"/>
              </a:rPr>
              <a:t> occurs when SQL Server calls the Microsoft SQL Native Client OLE DB provider</a:t>
            </a:r>
            <a:br>
              <a:rPr lang="en-GB" noProof="0" dirty="0">
                <a:latin typeface="Poppins" pitchFamily="2" charset="77"/>
                <a:cs typeface="Poppins" pitchFamily="2" charset="77"/>
              </a:rPr>
            </a:br>
            <a:endParaRPr lang="en-GB" noProof="0" dirty="0">
              <a:latin typeface="Poppins" pitchFamily="2" charset="77"/>
              <a:cs typeface="Poppins" pitchFamily="2" charset="77"/>
            </a:endParaRPr>
          </a:p>
          <a:p>
            <a:r>
              <a:rPr lang="en-GB" noProof="0" dirty="0">
                <a:latin typeface="Poppins" pitchFamily="2" charset="77"/>
                <a:cs typeface="Poppins" pitchFamily="2" charset="77"/>
              </a:rPr>
              <a:t>Will also occur when you are using linked servers</a:t>
            </a:r>
            <a:br>
              <a:rPr lang="en-GB" noProof="0" dirty="0">
                <a:latin typeface="Poppins" pitchFamily="2" charset="77"/>
                <a:cs typeface="Poppins" pitchFamily="2" charset="77"/>
              </a:rPr>
            </a:br>
            <a:endParaRPr lang="en-GB" noProof="0" dirty="0">
              <a:latin typeface="Poppins" pitchFamily="2" charset="77"/>
              <a:cs typeface="Poppins" pitchFamily="2" charset="77"/>
            </a:endParaRPr>
          </a:p>
          <a:p>
            <a:r>
              <a:rPr lang="en-GB" noProof="0" dirty="0">
                <a:latin typeface="Poppins" pitchFamily="2" charset="77"/>
                <a:cs typeface="Poppins" pitchFamily="2" charset="77"/>
              </a:rPr>
              <a:t>DBCC commands will also generate </a:t>
            </a:r>
            <a:r>
              <a:rPr lang="en-GB" b="1" noProof="0" dirty="0">
                <a:latin typeface="Poppins" pitchFamily="2" charset="77"/>
                <a:cs typeface="Poppins" pitchFamily="2" charset="77"/>
              </a:rPr>
              <a:t>OLEDB</a:t>
            </a:r>
            <a:r>
              <a:rPr lang="en-GB" noProof="0" dirty="0">
                <a:latin typeface="Poppins" pitchFamily="2" charset="77"/>
                <a:cs typeface="Poppins" pitchFamily="2" charset="77"/>
              </a:rPr>
              <a:t> waits!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297E3B-93EC-D6C4-DC04-3A4FA07DE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667" y="6514724"/>
            <a:ext cx="1958798" cy="232114"/>
          </a:xfrm>
          <a:prstGeom prst="rect">
            <a:avLst/>
          </a:prstGeom>
        </p:spPr>
      </p:pic>
      <p:pic>
        <p:nvPicPr>
          <p:cNvPr id="6" name="Picture 5" descr="A cartoon of a person wearing a blue garment and cape&#10;&#10;Description automatically generated">
            <a:extLst>
              <a:ext uri="{FF2B5EF4-FFF2-40B4-BE49-F238E27FC236}">
                <a16:creationId xmlns:a16="http://schemas.microsoft.com/office/drawing/2014/main" id="{1DDF877E-38DB-510E-B2ED-75D06E1058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0743" y="6514724"/>
            <a:ext cx="267412" cy="2674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AD1B90-008A-7CFD-9D48-FD9E9381F14A}"/>
              </a:ext>
            </a:extLst>
          </p:cNvPr>
          <p:cNvSpPr txBox="1"/>
          <p:nvPr/>
        </p:nvSpPr>
        <p:spPr>
          <a:xfrm>
            <a:off x="838200" y="100782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noProof="0" dirty="0">
                <a:latin typeface="Poppins" pitchFamily="2" charset="77"/>
                <a:cs typeface="Poppins" pitchFamily="2" charset="77"/>
              </a:rPr>
              <a:t>OLEDB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9272332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79B4AB-3C49-4247-EC2E-9A1C43B5D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37D4D-730F-4915-45DD-9E6FD7E3B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85714" cy="798657"/>
          </a:xfrm>
        </p:spPr>
        <p:txBody>
          <a:bodyPr/>
          <a:lstStyle/>
          <a:p>
            <a:r>
              <a:rPr lang="en-GB" noProof="0" dirty="0"/>
              <a:t>Common wait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0C718-78CC-5B36-DF2E-11155D6D9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4424"/>
            <a:ext cx="10515600" cy="4480560"/>
          </a:xfrm>
        </p:spPr>
        <p:txBody>
          <a:bodyPr/>
          <a:lstStyle/>
          <a:p>
            <a:r>
              <a:rPr lang="en-GB" b="1" noProof="0" dirty="0">
                <a:latin typeface="Poppins" pitchFamily="2" charset="77"/>
                <a:cs typeface="Poppins" pitchFamily="2" charset="77"/>
              </a:rPr>
              <a:t>THREADPOOL</a:t>
            </a:r>
            <a:r>
              <a:rPr lang="en-GB" noProof="0" dirty="0">
                <a:latin typeface="Poppins" pitchFamily="2" charset="77"/>
                <a:cs typeface="Poppins" pitchFamily="2" charset="77"/>
              </a:rPr>
              <a:t> waits occur when there are no free worker threads available</a:t>
            </a:r>
            <a:br>
              <a:rPr lang="en-GB" noProof="0" dirty="0">
                <a:latin typeface="Poppins" pitchFamily="2" charset="77"/>
                <a:cs typeface="Poppins" pitchFamily="2" charset="77"/>
              </a:rPr>
            </a:br>
            <a:endParaRPr lang="en-GB" noProof="0" dirty="0">
              <a:latin typeface="Poppins" pitchFamily="2" charset="77"/>
              <a:cs typeface="Poppins" pitchFamily="2" charset="77"/>
            </a:endParaRPr>
          </a:p>
          <a:p>
            <a:r>
              <a:rPr lang="en-GB" noProof="0" dirty="0">
                <a:latin typeface="Poppins" pitchFamily="2" charset="77"/>
                <a:cs typeface="Poppins" pitchFamily="2" charset="77"/>
              </a:rPr>
              <a:t>Max nr. of worker threads (64bit):</a:t>
            </a:r>
            <a:br>
              <a:rPr lang="en-GB" noProof="0" dirty="0">
                <a:latin typeface="Poppins" pitchFamily="2" charset="77"/>
                <a:cs typeface="Poppins" pitchFamily="2" charset="77"/>
              </a:rPr>
            </a:br>
            <a:br>
              <a:rPr lang="en-GB" noProof="0" dirty="0">
                <a:latin typeface="Poppins" pitchFamily="2" charset="77"/>
                <a:cs typeface="Poppins" pitchFamily="2" charset="77"/>
              </a:rPr>
            </a:br>
            <a:r>
              <a:rPr lang="en-GB" noProof="0" dirty="0">
                <a:latin typeface="Poppins" pitchFamily="2" charset="77"/>
                <a:cs typeface="Poppins" pitchFamily="2" charset="77"/>
              </a:rPr>
              <a:t>&lt;= 4 CPU’s = 512</a:t>
            </a:r>
            <a:br>
              <a:rPr lang="en-GB" noProof="0" dirty="0">
                <a:latin typeface="Poppins" pitchFamily="2" charset="77"/>
                <a:cs typeface="Poppins" pitchFamily="2" charset="77"/>
              </a:rPr>
            </a:br>
            <a:r>
              <a:rPr lang="en-GB" noProof="0" dirty="0">
                <a:latin typeface="Poppins" pitchFamily="2" charset="77"/>
                <a:cs typeface="Poppins" pitchFamily="2" charset="77"/>
              </a:rPr>
              <a:t>&gt;   4 CPU’s = 512 + ((CPU’s – 4) * 16)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259795-DF85-60DB-C17F-0E7B99720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667" y="6514724"/>
            <a:ext cx="1958798" cy="232114"/>
          </a:xfrm>
          <a:prstGeom prst="rect">
            <a:avLst/>
          </a:prstGeom>
        </p:spPr>
      </p:pic>
      <p:pic>
        <p:nvPicPr>
          <p:cNvPr id="6" name="Picture 5" descr="A cartoon of a person wearing a blue garment and cape&#10;&#10;Description automatically generated">
            <a:extLst>
              <a:ext uri="{FF2B5EF4-FFF2-40B4-BE49-F238E27FC236}">
                <a16:creationId xmlns:a16="http://schemas.microsoft.com/office/drawing/2014/main" id="{26FB4C0D-73EB-0077-1C12-C5FDE28473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0743" y="6514724"/>
            <a:ext cx="267412" cy="2674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A72F0C7-E53D-219B-F186-E2A330DA6101}"/>
              </a:ext>
            </a:extLst>
          </p:cNvPr>
          <p:cNvSpPr txBox="1"/>
          <p:nvPr/>
        </p:nvSpPr>
        <p:spPr>
          <a:xfrm>
            <a:off x="838200" y="100782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noProof="0" dirty="0">
                <a:latin typeface="Poppins" pitchFamily="2" charset="77"/>
                <a:cs typeface="Poppins" pitchFamily="2" charset="77"/>
              </a:rPr>
              <a:t>THREADP           L</a:t>
            </a:r>
            <a:endParaRPr lang="en-NL" dirty="0"/>
          </a:p>
        </p:txBody>
      </p:sp>
      <p:pic>
        <p:nvPicPr>
          <p:cNvPr id="4" name="Picture 2" descr="http://www.clipartbest.com/cliparts/ncE/9A4/ncE9A4RcA.png">
            <a:extLst>
              <a:ext uri="{FF2B5EF4-FFF2-40B4-BE49-F238E27FC236}">
                <a16:creationId xmlns:a16="http://schemas.microsoft.com/office/drawing/2014/main" id="{B66E90A4-D93F-94D5-CE5B-556CEDE3A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7207" y="1070078"/>
            <a:ext cx="326458" cy="279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http://www.clipartbest.com/cliparts/ncE/9A4/ncE9A4RcA.png">
            <a:extLst>
              <a:ext uri="{FF2B5EF4-FFF2-40B4-BE49-F238E27FC236}">
                <a16:creationId xmlns:a16="http://schemas.microsoft.com/office/drawing/2014/main" id="{DCB7A388-9435-9170-6C46-2D4C23EAB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3665" y="1077729"/>
            <a:ext cx="326458" cy="279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56520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9B3BC9-DF3F-7778-5D64-C0F7E78F3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BD56C-1F07-4853-EFB2-7C9D147E8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85714" cy="798657"/>
          </a:xfrm>
        </p:spPr>
        <p:txBody>
          <a:bodyPr/>
          <a:lstStyle/>
          <a:p>
            <a:r>
              <a:rPr lang="en-GB" noProof="0" dirty="0"/>
              <a:t>Common wait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8F783-1DC8-1C08-B030-34E83603F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4424"/>
            <a:ext cx="10515600" cy="4480560"/>
          </a:xfrm>
        </p:spPr>
        <p:txBody>
          <a:bodyPr/>
          <a:lstStyle/>
          <a:p>
            <a:r>
              <a:rPr lang="en-GB" noProof="0" dirty="0">
                <a:latin typeface="Poppins" pitchFamily="2" charset="77"/>
                <a:cs typeface="Poppins" pitchFamily="2" charset="77"/>
              </a:rPr>
              <a:t>Can be caused by blocking, large query batches, increased number of user connections or large number of concurrent parallel plans</a:t>
            </a:r>
            <a:br>
              <a:rPr lang="en-GB" noProof="0" dirty="0">
                <a:latin typeface="Poppins" pitchFamily="2" charset="77"/>
                <a:cs typeface="Poppins" pitchFamily="2" charset="77"/>
              </a:rPr>
            </a:br>
            <a:endParaRPr lang="en-GB" noProof="0" dirty="0">
              <a:latin typeface="Poppins" pitchFamily="2" charset="77"/>
              <a:cs typeface="Poppins" pitchFamily="2" charset="77"/>
            </a:endParaRPr>
          </a:p>
          <a:p>
            <a:r>
              <a:rPr lang="en-GB" noProof="0" dirty="0">
                <a:latin typeface="Poppins" pitchFamily="2" charset="77"/>
                <a:cs typeface="Poppins" pitchFamily="2" charset="77"/>
              </a:rPr>
              <a:t>Check causes above before changing </a:t>
            </a:r>
            <a:r>
              <a:rPr lang="en-GB" b="1" noProof="0" dirty="0">
                <a:latin typeface="Poppins" pitchFamily="2" charset="77"/>
                <a:cs typeface="Poppins" pitchFamily="2" charset="77"/>
              </a:rPr>
              <a:t>max worker threads</a:t>
            </a:r>
            <a:r>
              <a:rPr lang="en-GB" noProof="0" dirty="0">
                <a:latin typeface="Poppins" pitchFamily="2" charset="77"/>
                <a:cs typeface="Poppins" pitchFamily="2" charset="77"/>
              </a:rPr>
              <a:t>!!!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1CF30E-1316-16A2-D07B-437B05D07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667" y="6514724"/>
            <a:ext cx="1958798" cy="232114"/>
          </a:xfrm>
          <a:prstGeom prst="rect">
            <a:avLst/>
          </a:prstGeom>
        </p:spPr>
      </p:pic>
      <p:pic>
        <p:nvPicPr>
          <p:cNvPr id="6" name="Picture 5" descr="A cartoon of a person wearing a blue garment and cape&#10;&#10;Description automatically generated">
            <a:extLst>
              <a:ext uri="{FF2B5EF4-FFF2-40B4-BE49-F238E27FC236}">
                <a16:creationId xmlns:a16="http://schemas.microsoft.com/office/drawing/2014/main" id="{6F0124D8-937F-CCBF-BF07-5AAC50F116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0743" y="6514724"/>
            <a:ext cx="267412" cy="2674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55FC4E-28F6-0AF3-0884-72AAB41DC46C}"/>
              </a:ext>
            </a:extLst>
          </p:cNvPr>
          <p:cNvSpPr txBox="1"/>
          <p:nvPr/>
        </p:nvSpPr>
        <p:spPr>
          <a:xfrm>
            <a:off x="838200" y="100782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noProof="0" dirty="0">
                <a:latin typeface="Poppins" pitchFamily="2" charset="77"/>
                <a:cs typeface="Poppins" pitchFamily="2" charset="77"/>
              </a:rPr>
              <a:t>THREADP           L</a:t>
            </a:r>
            <a:endParaRPr lang="en-NL" dirty="0"/>
          </a:p>
        </p:txBody>
      </p:sp>
      <p:pic>
        <p:nvPicPr>
          <p:cNvPr id="4" name="Picture 2" descr="http://www.clipartbest.com/cliparts/ncE/9A4/ncE9A4RcA.png">
            <a:extLst>
              <a:ext uri="{FF2B5EF4-FFF2-40B4-BE49-F238E27FC236}">
                <a16:creationId xmlns:a16="http://schemas.microsoft.com/office/drawing/2014/main" id="{21C233D6-3DE6-6198-4470-75C0725FB3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7207" y="1070078"/>
            <a:ext cx="326458" cy="279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http://www.clipartbest.com/cliparts/ncE/9A4/ncE9A4RcA.png">
            <a:extLst>
              <a:ext uri="{FF2B5EF4-FFF2-40B4-BE49-F238E27FC236}">
                <a16:creationId xmlns:a16="http://schemas.microsoft.com/office/drawing/2014/main" id="{C04150E2-B536-4176-ABFA-B1CD89DF6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3665" y="1077729"/>
            <a:ext cx="326458" cy="279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40533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27AEC5"/>
            </a:gs>
            <a:gs pos="0">
              <a:srgbClr val="226281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57F8C87-5FC8-AC5A-662C-4F8044D70CF7}"/>
              </a:ext>
            </a:extLst>
          </p:cNvPr>
          <p:cNvSpPr txBox="1"/>
          <p:nvPr/>
        </p:nvSpPr>
        <p:spPr>
          <a:xfrm>
            <a:off x="3884497" y="2921168"/>
            <a:ext cx="442300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noProof="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Questions?</a:t>
            </a:r>
          </a:p>
        </p:txBody>
      </p:sp>
      <p:pic>
        <p:nvPicPr>
          <p:cNvPr id="6" name="Picture 5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2E3A1C4F-6F33-BE6C-118D-325795EE3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1667" y="6514724"/>
            <a:ext cx="1958797" cy="267412"/>
          </a:xfrm>
          <a:prstGeom prst="rect">
            <a:avLst/>
          </a:prstGeom>
        </p:spPr>
      </p:pic>
      <p:pic>
        <p:nvPicPr>
          <p:cNvPr id="7" name="Picture 6" descr="A silhouette of a person with a cape on his head&#10;&#10;Description automatically generated">
            <a:extLst>
              <a:ext uri="{FF2B5EF4-FFF2-40B4-BE49-F238E27FC236}">
                <a16:creationId xmlns:a16="http://schemas.microsoft.com/office/drawing/2014/main" id="{F1FBF504-BE3A-44FE-611A-03A065DA0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0743" y="6514724"/>
            <a:ext cx="267412" cy="26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1943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A79A94-D3A1-3803-6DE3-10EA93A87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3AEED92-7C3D-D4C7-A0BA-20F0231D86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7009" y="3071743"/>
            <a:ext cx="5904991" cy="19660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6B8894-9294-17AC-C9EC-F83ECF6836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396" y="3429000"/>
            <a:ext cx="3619437" cy="1101023"/>
          </a:xfrm>
          <a:prstGeom prst="rect">
            <a:avLst/>
          </a:prstGeom>
        </p:spPr>
      </p:pic>
      <p:sp>
        <p:nvSpPr>
          <p:cNvPr id="18" name="Title 17">
            <a:extLst>
              <a:ext uri="{FF2B5EF4-FFF2-40B4-BE49-F238E27FC236}">
                <a16:creationId xmlns:a16="http://schemas.microsoft.com/office/drawing/2014/main" id="{EBBF270E-07BA-994F-D921-1C3ABF982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Thank you to our AWESOME sponsors!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6DD37F-AABC-745A-1C67-BE4F6061F7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115" y="2188190"/>
            <a:ext cx="6421770" cy="8835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2213AC6-1893-1418-BC2D-7F7CC0503C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497" y="5213755"/>
            <a:ext cx="2995006" cy="1054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988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96610782E1E49BA4157AFD0ABCDC0" ma:contentTypeVersion="18" ma:contentTypeDescription="Create a new document." ma:contentTypeScope="" ma:versionID="453d42439057e606d8d630976d17b480">
  <xsd:schema xmlns:xsd="http://www.w3.org/2001/XMLSchema" xmlns:xs="http://www.w3.org/2001/XMLSchema" xmlns:p="http://schemas.microsoft.com/office/2006/metadata/properties" xmlns:ns2="fe3ac4bb-b109-48a4-93f6-7dceb8117f38" xmlns:ns3="b51c0895-0250-49fb-90d0-c4c3fda5167a" targetNamespace="http://schemas.microsoft.com/office/2006/metadata/properties" ma:root="true" ma:fieldsID="2a50ee1b2d035b499afcd0d9b366abc5" ns2:_="" ns3:_="">
    <xsd:import namespace="fe3ac4bb-b109-48a4-93f6-7dceb8117f38"/>
    <xsd:import namespace="b51c0895-0250-49fb-90d0-c4c3fda5167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3ac4bb-b109-48a4-93f6-7dceb8117f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4019cb6e-93b4-4f75-b8ff-dd6e79988c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1c0895-0250-49fb-90d0-c4c3fda5167a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ffa693df-7002-42b8-8aa6-e793c1bbbe8b}" ma:internalName="TaxCatchAll" ma:showField="CatchAllData" ma:web="b51c0895-0250-49fb-90d0-c4c3fda5167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e3ac4bb-b109-48a4-93f6-7dceb8117f38">
      <Terms xmlns="http://schemas.microsoft.com/office/infopath/2007/PartnerControls"/>
    </lcf76f155ced4ddcb4097134ff3c332f>
    <TaxCatchAll xmlns="b51c0895-0250-49fb-90d0-c4c3fda5167a" xsi:nil="true"/>
  </documentManagement>
</p:properties>
</file>

<file path=customXml/itemProps1.xml><?xml version="1.0" encoding="utf-8"?>
<ds:datastoreItem xmlns:ds="http://schemas.openxmlformats.org/officeDocument/2006/customXml" ds:itemID="{453EF86E-9847-4523-A908-9F9C56E1592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0DE9DE9-AE48-4184-BE3A-BBA228DB4C1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e3ac4bb-b109-48a4-93f6-7dceb8117f38"/>
    <ds:schemaRef ds:uri="b51c0895-0250-49fb-90d0-c4c3fda5167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D7FB5CA-AA3A-4BF7-A356-ED56212ADC97}">
  <ds:schemaRefs>
    <ds:schemaRef ds:uri="http://schemas.microsoft.com/office/2006/documentManagement/types"/>
    <ds:schemaRef ds:uri="http://purl.org/dc/dcmitype/"/>
    <ds:schemaRef ds:uri="b51c0895-0250-49fb-90d0-c4c3fda5167a"/>
    <ds:schemaRef ds:uri="http://purl.org/dc/terms/"/>
    <ds:schemaRef ds:uri="http://schemas.openxmlformats.org/package/2006/metadata/core-properties"/>
    <ds:schemaRef ds:uri="http://schemas.microsoft.com/office/2006/metadata/properties"/>
    <ds:schemaRef ds:uri="fe3ac4bb-b109-48a4-93f6-7dceb8117f38"/>
    <ds:schemaRef ds:uri="http://purl.org/dc/elements/1.1/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1494</TotalTime>
  <Words>923</Words>
  <Application>Microsoft Macintosh PowerPoint</Application>
  <PresentationFormat>Widescreen</PresentationFormat>
  <Paragraphs>137</Paragraphs>
  <Slides>25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Montserrat</vt:lpstr>
      <vt:lpstr>Poppins</vt:lpstr>
      <vt:lpstr>Poppins SemiBold</vt:lpstr>
      <vt:lpstr>Wingdings</vt:lpstr>
      <vt:lpstr>Office Theme</vt:lpstr>
      <vt:lpstr>PowerPoint Presentation</vt:lpstr>
      <vt:lpstr>Thank you to our AWESOME sponsors!</vt:lpstr>
      <vt:lpstr>PowerPoint Presentation</vt:lpstr>
      <vt:lpstr>PowerPoint Presentation</vt:lpstr>
      <vt:lpstr>What are wait statistics?</vt:lpstr>
      <vt:lpstr>What are wait statistics?</vt:lpstr>
      <vt:lpstr>How wait statistics are generated</vt:lpstr>
      <vt:lpstr>How wait statistics are generated</vt:lpstr>
      <vt:lpstr>How wait statistics are generated</vt:lpstr>
      <vt:lpstr>How wait statistics are generated</vt:lpstr>
      <vt:lpstr>Querying &amp; analysing wait statistics</vt:lpstr>
      <vt:lpstr>Querying &amp; analysing wait statistics</vt:lpstr>
      <vt:lpstr>Querying &amp; analysing wait statistics</vt:lpstr>
      <vt:lpstr>Querying &amp; analysing wait statistics</vt:lpstr>
      <vt:lpstr>Querying &amp; analysing wait statistics</vt:lpstr>
      <vt:lpstr>Common wait statistics</vt:lpstr>
      <vt:lpstr>Common wait statistics</vt:lpstr>
      <vt:lpstr>Common wait statistics</vt:lpstr>
      <vt:lpstr>Common wait statistics</vt:lpstr>
      <vt:lpstr>Common wait statistics</vt:lpstr>
      <vt:lpstr>Common wait statistics</vt:lpstr>
      <vt:lpstr>Common wait statistics</vt:lpstr>
      <vt:lpstr>Common wait statistics</vt:lpstr>
      <vt:lpstr>PowerPoint Presentation</vt:lpstr>
      <vt:lpstr>Thank you to our AWESOME sponsors!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Enrico van de Laar</dc:creator>
  <cp:lastModifiedBy>Enrico van de Laar</cp:lastModifiedBy>
  <cp:revision>2</cp:revision>
  <dcterms:created xsi:type="dcterms:W3CDTF">2017-09-05T07:21:35Z</dcterms:created>
  <dcterms:modified xsi:type="dcterms:W3CDTF">2025-12-06T10:17:29Z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0x01010067996610782E1E49BA4157AFD0ABCDC0</vt:lpwstr>
  </property>
  <property fmtid="{D5CDD505-2E9C-101B-9397-08002B2CF9AE}" pid="3" name="MediaServiceImageTags">
    <vt:lpwstr/>
  </property>
</Properties>
</file>